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85" r:id="rId11"/>
    <p:sldId id="266" r:id="rId12"/>
    <p:sldId id="267" r:id="rId13"/>
    <p:sldId id="268" r:id="rId14"/>
    <p:sldId id="269" r:id="rId15"/>
    <p:sldId id="286" r:id="rId16"/>
    <p:sldId id="270" r:id="rId17"/>
    <p:sldId id="271" r:id="rId18"/>
    <p:sldId id="272" r:id="rId19"/>
    <p:sldId id="273" r:id="rId20"/>
    <p:sldId id="274" r:id="rId21"/>
    <p:sldId id="275" r:id="rId22"/>
    <p:sldId id="276" r:id="rId23"/>
    <p:sldId id="277" r:id="rId24"/>
    <p:sldId id="278" r:id="rId25"/>
    <p:sldId id="287" r:id="rId26"/>
    <p:sldId id="279" r:id="rId27"/>
    <p:sldId id="280" r:id="rId28"/>
    <p:sldId id="281" r:id="rId29"/>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C1A7662D-4F76-1B02-88A2-D432762A1E07}">
          <p14:sldIdLst>
            <p14:sldId id="256"/>
            <p14:sldId id="257"/>
            <p14:sldId id="258"/>
            <p14:sldId id="259"/>
          </p14:sldIdLst>
        </p14:section>
        <p14:section name="01 운지법" id="{AFED0CEC-BA29-9F1E-1860-FDD71749671E}">
          <p14:sldIdLst>
            <p14:sldId id="260"/>
            <p14:sldId id="261"/>
            <p14:sldId id="262"/>
            <p14:sldId id="263"/>
            <p14:sldId id="264"/>
            <p14:sldId id="285"/>
          </p14:sldIdLst>
        </p14:section>
        <p14:section name="02 IK" id="{9916C719-E0A2-CF0F-382E-74DA8A98B13A}">
          <p14:sldIdLst>
            <p14:sldId id="266"/>
            <p14:sldId id="267"/>
            <p14:sldId id="268"/>
            <p14:sldId id="269"/>
            <p14:sldId id="286"/>
          </p14:sldIdLst>
        </p14:section>
        <p14:section name="03 GPU 스키닝" id="{FE64EB12-AA71-81D6-02BC-D7E6CA70611F}">
          <p14:sldIdLst>
            <p14:sldId id="270"/>
            <p14:sldId id="271"/>
            <p14:sldId id="272"/>
            <p14:sldId id="273"/>
            <p14:sldId id="274"/>
          </p14:sldIdLst>
        </p14:section>
        <p14:section name="04 Chaos Flesh" id="{42CD6684-CD9F-0C5A-DBB4-3ACBFEA22639}">
          <p14:sldIdLst>
            <p14:sldId id="275"/>
            <p14:sldId id="276"/>
            <p14:sldId id="277"/>
            <p14:sldId id="278"/>
            <p14:sldId id="287"/>
          </p14:sldIdLst>
        </p14:section>
        <p14:section name="05 통합과 마무리" id="{EA7A1CFA-E147-C7F6-EF3E-E15B258580B6}">
          <p14:sldIdLst>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780" autoAdjust="0"/>
    <p:restoredTop sz="94610"/>
  </p:normalViewPr>
  <p:slideViewPr>
    <p:cSldViewPr snapToGrid="0" snapToObjects="1">
      <p:cViewPr varScale="1">
        <p:scale>
          <a:sx n="74" d="100"/>
          <a:sy n="74" d="100"/>
        </p:scale>
        <p:origin x="12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드뷔시 Clair de Lune</c:v>
                </c:pt>
              </c:strCache>
            </c:strRef>
          </c:tx>
          <c:spPr>
            <a:solidFill>
              <a:srgbClr val="6A7E74"/>
            </a:solidFill>
            <a:effectLst/>
          </c:spPr>
          <c:invertIfNegative val="0"/>
          <c:dLbls>
            <c:numFmt formatCode="0.0&quot;%&quot;" sourceLinked="0"/>
            <c:spPr>
              <a:noFill/>
              <a:ln>
                <a:noFill/>
              </a:ln>
              <a:effectLst/>
            </c:spPr>
            <c:txPr>
              <a:bodyPr/>
              <a:lstStyle/>
              <a:p>
                <a:pPr>
                  <a:defRPr sz="1000" b="0" i="0" u="none" strike="noStrike">
                    <a:solidFill>
                      <a:srgbClr val="444444"/>
                    </a:solidFill>
                    <a:latin typeface="+mn-lt"/>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1번 엄지</c:v>
                </c:pt>
                <c:pt idx="1">
                  <c:v>2번 검지</c:v>
                </c:pt>
                <c:pt idx="2">
                  <c:v>3번 중지</c:v>
                </c:pt>
                <c:pt idx="3">
                  <c:v>4번 약지</c:v>
                </c:pt>
                <c:pt idx="4">
                  <c:v>5번 소지</c:v>
                </c:pt>
              </c:strCache>
            </c:strRef>
          </c:cat>
          <c:val>
            <c:numRef>
              <c:f>Sheet1!$B$2:$B$6</c:f>
              <c:numCache>
                <c:formatCode>General</c:formatCode>
                <c:ptCount val="5"/>
                <c:pt idx="0">
                  <c:v>19.2</c:v>
                </c:pt>
                <c:pt idx="1">
                  <c:v>26.8</c:v>
                </c:pt>
                <c:pt idx="2">
                  <c:v>22.1</c:v>
                </c:pt>
                <c:pt idx="3">
                  <c:v>17.8</c:v>
                </c:pt>
                <c:pt idx="4">
                  <c:v>14</c:v>
                </c:pt>
              </c:numCache>
            </c:numRef>
          </c:val>
          <c:extLst>
            <c:ext xmlns:c16="http://schemas.microsoft.com/office/drawing/2014/chart" uri="{C3380CC4-5D6E-409C-BE32-E72D297353CC}">
              <c16:uniqueId val="{00000000-7E35-4752-AAA6-9A0B3B0ABAD6}"/>
            </c:ext>
          </c:extLst>
        </c:ser>
        <c:ser>
          <c:idx val="1"/>
          <c:order val="1"/>
          <c:tx>
            <c:strRef>
              <c:f>Sheet1!$C$1</c:f>
              <c:strCache>
                <c:ptCount val="1"/>
                <c:pt idx="0">
                  <c:v>Super Mario 64 Medley</c:v>
                </c:pt>
              </c:strCache>
            </c:strRef>
          </c:tx>
          <c:spPr>
            <a:solidFill>
              <a:srgbClr val="CDC5B9"/>
            </a:solidFill>
            <a:effectLst/>
          </c:spPr>
          <c:invertIfNegative val="0"/>
          <c:dLbls>
            <c:numFmt formatCode="0.0&quot;%&quot;" sourceLinked="0"/>
            <c:spPr>
              <a:noFill/>
              <a:ln>
                <a:noFill/>
              </a:ln>
              <a:effectLst/>
            </c:spPr>
            <c:txPr>
              <a:bodyPr/>
              <a:lstStyle/>
              <a:p>
                <a:pPr>
                  <a:defRPr sz="1000" b="0" i="0" u="none" strike="noStrike">
                    <a:solidFill>
                      <a:srgbClr val="444444"/>
                    </a:solidFill>
                    <a:latin typeface="+mn-lt"/>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1번 엄지</c:v>
                </c:pt>
                <c:pt idx="1">
                  <c:v>2번 검지</c:v>
                </c:pt>
                <c:pt idx="2">
                  <c:v>3번 중지</c:v>
                </c:pt>
                <c:pt idx="3">
                  <c:v>4번 약지</c:v>
                </c:pt>
                <c:pt idx="4">
                  <c:v>5번 소지</c:v>
                </c:pt>
              </c:strCache>
            </c:strRef>
          </c:cat>
          <c:val>
            <c:numRef>
              <c:f>Sheet1!$C$2:$C$6</c:f>
              <c:numCache>
                <c:formatCode>General</c:formatCode>
                <c:ptCount val="5"/>
                <c:pt idx="0">
                  <c:v>20</c:v>
                </c:pt>
                <c:pt idx="1">
                  <c:v>25.7</c:v>
                </c:pt>
                <c:pt idx="2">
                  <c:v>12.8</c:v>
                </c:pt>
                <c:pt idx="3">
                  <c:v>23.1</c:v>
                </c:pt>
                <c:pt idx="4">
                  <c:v>18.3</c:v>
                </c:pt>
              </c:numCache>
            </c:numRef>
          </c:val>
          <c:extLst>
            <c:ext xmlns:c16="http://schemas.microsoft.com/office/drawing/2014/chart" uri="{C3380CC4-5D6E-409C-BE32-E72D297353CC}">
              <c16:uniqueId val="{00000001-7E35-4752-AAA6-9A0B3B0ABAD6}"/>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4444"/>
                </a:solidFill>
                <a:latin typeface="+mn-lt"/>
              </a:defRPr>
            </a:pPr>
            <a:endParaRPr lang="en-US"/>
          </a:p>
        </c:txPr>
        <c:crossAx val="2094734552"/>
        <c:crosses val="autoZero"/>
        <c:auto val="1"/>
        <c:lblAlgn val="ctr"/>
        <c:lblOffset val="100"/>
        <c:noMultiLvlLbl val="1"/>
      </c:catAx>
      <c:valAx>
        <c:axId val="2094734552"/>
        <c:scaling>
          <c:orientation val="minMax"/>
          <c:max val="30"/>
        </c:scaling>
        <c:delete val="0"/>
        <c:axPos val="l"/>
        <c:majorGridlines>
          <c:spPr>
            <a:ln w="12700" cap="flat">
              <a:solidFill>
                <a:srgbClr val="E4DF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44444"/>
                </a:solidFill>
                <a:latin typeface="+mn-lt"/>
              </a:defRPr>
            </a:pPr>
            <a:endParaRPr lang="en-US"/>
          </a:p>
        </c:txPr>
        <c:crossAx val="2094734554"/>
        <c:crosses val="autoZero"/>
        <c:crossBetween val="between"/>
        <c:majorUnit val="10"/>
      </c:valAx>
      <c:spPr>
        <a:solidFill>
          <a:srgbClr val="F7F3EF"/>
        </a:solidFill>
        <a:ln w="12700" cap="flat">
          <a:solidFill>
            <a:srgbClr val="F7F3EF"/>
          </a:solidFill>
        </a:ln>
        <a:effectLst/>
      </c:spPr>
    </c:plotArea>
    <c:legend>
      <c:legendPos val="b"/>
      <c:overlay val="0"/>
      <c:txPr>
        <a:bodyPr/>
        <a:lstStyle/>
        <a:p>
          <a:pPr>
            <a:defRPr sz="1100">
              <a:solidFill>
                <a:srgbClr val="444444"/>
              </a:solidFill>
              <a:latin typeface="+mn-lt"/>
              <a:cs typeface="+mn-lt"/>
            </a:defRPr>
          </a:pPr>
          <a:endParaRPr lang="en-US"/>
        </a:p>
      </c:txPr>
    </c:legend>
    <c:plotVisOnly val="1"/>
    <c:dispBlanksAs val="span"/>
    <c:showDLblsOverMax val="1"/>
  </c:chart>
  <c:spPr>
    <a:solidFill>
      <a:srgbClr val="F7F3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doughnutChart>
        <c:varyColors val="1"/>
        <c:ser>
          <c:idx val="0"/>
          <c:order val="0"/>
          <c:tx>
            <c:strRef>
              <c:f>Sheet1!$B$1</c:f>
              <c:strCache>
                <c:ptCount val="1"/>
                <c:pt idx="0">
                  <c:v>성부</c:v>
                </c:pt>
              </c:strCache>
            </c:strRef>
          </c:tx>
          <c:spPr>
            <a:solidFill>
              <a:schemeClr val="accent1"/>
            </a:solidFill>
            <a:ln w="9525" cap="flat">
              <a:solidFill>
                <a:srgbClr val="F9F9F9"/>
              </a:solidFill>
              <a:prstDash val="solid"/>
              <a:round/>
            </a:ln>
            <a:effectLst/>
          </c:spPr>
          <c:dPt>
            <c:idx val="0"/>
            <c:bubble3D val="0"/>
            <c:spPr>
              <a:solidFill>
                <a:srgbClr val="466456"/>
              </a:solidFill>
              <a:effectLst/>
            </c:spPr>
            <c:extLst>
              <c:ext xmlns:c16="http://schemas.microsoft.com/office/drawing/2014/chart" uri="{C3380CC4-5D6E-409C-BE32-E72D297353CC}">
                <c16:uniqueId val="{00000001-2079-4646-8EDA-2BBC142A6499}"/>
              </c:ext>
            </c:extLst>
          </c:dPt>
          <c:dPt>
            <c:idx val="1"/>
            <c:bubble3D val="0"/>
            <c:spPr>
              <a:solidFill>
                <a:srgbClr val="BACCC3"/>
              </a:solidFill>
              <a:effectLst/>
            </c:spPr>
            <c:extLst>
              <c:ext xmlns:c16="http://schemas.microsoft.com/office/drawing/2014/chart" uri="{C3380CC4-5D6E-409C-BE32-E72D297353CC}">
                <c16:uniqueId val="{00000003-2079-4646-8EDA-2BBC142A6499}"/>
              </c:ext>
            </c:extLst>
          </c:dPt>
          <c:dPt>
            <c:idx val="2"/>
            <c:bubble3D val="0"/>
            <c:spPr>
              <a:solidFill>
                <a:srgbClr val="E0DBD2"/>
              </a:solidFill>
              <a:effectLst/>
            </c:spPr>
            <c:extLst>
              <c:ext xmlns:c16="http://schemas.microsoft.com/office/drawing/2014/chart" uri="{C3380CC4-5D6E-409C-BE32-E72D297353CC}">
                <c16:uniqueId val="{00000005-2079-4646-8EDA-2BBC142A6499}"/>
              </c:ext>
            </c:extLst>
          </c:dPt>
          <c:dLbls>
            <c:dLbl>
              <c:idx val="0"/>
              <c:numFmt formatCode="0.0&quot;%&quot;" sourceLinked="0"/>
              <c:spPr/>
              <c:txPr>
                <a:bodyPr/>
                <a:lstStyle/>
                <a:p>
                  <a:pPr>
                    <a:defRPr sz="1200" b="0" i="0" u="none" strike="noStrike">
                      <a:solidFill>
                        <a:srgbClr val="222222"/>
                      </a:solidFill>
                      <a:latin typeface="+mn-lt"/>
                    </a:defRPr>
                  </a:pPr>
                  <a:endParaRPr lang="ko-K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079-4646-8EDA-2BBC142A6499}"/>
                </c:ext>
              </c:extLst>
            </c:dLbl>
            <c:dLbl>
              <c:idx val="1"/>
              <c:numFmt formatCode="0.0&quot;%&quot;" sourceLinked="0"/>
              <c:spPr/>
              <c:txPr>
                <a:bodyPr/>
                <a:lstStyle/>
                <a:p>
                  <a:pPr>
                    <a:defRPr sz="1200" b="0" i="0" u="none" strike="noStrike">
                      <a:solidFill>
                        <a:srgbClr val="222222"/>
                      </a:solidFill>
                      <a:latin typeface="+mn-lt"/>
                    </a:defRPr>
                  </a:pPr>
                  <a:endParaRPr lang="ko-K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079-4646-8EDA-2BBC142A6499}"/>
                </c:ext>
              </c:extLst>
            </c:dLbl>
            <c:dLbl>
              <c:idx val="2"/>
              <c:numFmt formatCode="0.0&quot;%&quot;" sourceLinked="0"/>
              <c:spPr/>
              <c:txPr>
                <a:bodyPr/>
                <a:lstStyle/>
                <a:p>
                  <a:pPr>
                    <a:defRPr sz="1200" b="0" i="0" u="none" strike="noStrike">
                      <a:solidFill>
                        <a:srgbClr val="222222"/>
                      </a:solidFill>
                      <a:latin typeface="+mn-lt"/>
                    </a:defRPr>
                  </a:pPr>
                  <a:endParaRPr lang="ko-K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079-4646-8EDA-2BBC142A6499}"/>
                </c:ext>
              </c:extLst>
            </c:dLbl>
            <c:numFmt formatCode="0.0&quot;%&quot;" sourceLinked="0"/>
            <c:spPr>
              <a:noFill/>
              <a:ln>
                <a:noFill/>
              </a:ln>
              <a:effectLst/>
            </c:spPr>
            <c:txPr>
              <a:bodyPr/>
              <a:lstStyle/>
              <a:p>
                <a:pPr>
                  <a:defRPr sz="1800" b="0" i="0" u="none" strike="noStrike">
                    <a:solidFill>
                      <a:srgbClr val="000000"/>
                    </a:solidFill>
                    <a:latin typeface="Arial"/>
                  </a:defRPr>
                </a:pPr>
                <a:endParaRPr lang="ko-KR"/>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BASS</c:v>
                </c:pt>
                <c:pt idx="1">
                  <c:v>INNER</c:v>
                </c:pt>
                <c:pt idx="2">
                  <c:v>MELODY</c:v>
                </c:pt>
              </c:strCache>
            </c:strRef>
          </c:cat>
          <c:val>
            <c:numRef>
              <c:f>Sheet1!$B$2:$B$4</c:f>
              <c:numCache>
                <c:formatCode>General</c:formatCode>
                <c:ptCount val="3"/>
                <c:pt idx="0">
                  <c:v>41.2</c:v>
                </c:pt>
                <c:pt idx="1">
                  <c:v>30.9</c:v>
                </c:pt>
                <c:pt idx="2">
                  <c:v>28</c:v>
                </c:pt>
              </c:numCache>
            </c:numRef>
          </c:val>
          <c:extLst>
            <c:ext xmlns:c16="http://schemas.microsoft.com/office/drawing/2014/chart" uri="{C3380CC4-5D6E-409C-BE32-E72D297353CC}">
              <c16:uniqueId val="{00000006-2079-4646-8EDA-2BBC142A6499}"/>
            </c:ext>
          </c:extLst>
        </c:ser>
        <c:dLbls>
          <c:showLegendKey val="0"/>
          <c:showVal val="0"/>
          <c:showCatName val="0"/>
          <c:showSerName val="0"/>
          <c:showPercent val="0"/>
          <c:showBubbleSize val="0"/>
          <c:showLeaderLines val="0"/>
        </c:dLbls>
        <c:firstSliceAng val="0"/>
        <c:holeSize val="58"/>
      </c:doughnutChart>
      <c:spPr>
        <a:solidFill>
          <a:srgbClr val="F7F3EF"/>
        </a:solidFill>
        <a:ln w="12700" cap="flat">
          <a:solidFill>
            <a:srgbClr val="F7F3EF"/>
          </a:solidFill>
        </a:ln>
        <a:effectLst/>
      </c:spPr>
    </c:plotArea>
    <c:legend>
      <c:legendPos val="b"/>
      <c:overlay val="0"/>
      <c:txPr>
        <a:bodyPr/>
        <a:lstStyle/>
        <a:p>
          <a:pPr>
            <a:defRPr sz="1100">
              <a:solidFill>
                <a:srgbClr val="444444"/>
              </a:solidFill>
              <a:latin typeface="+mn-lt"/>
              <a:cs typeface="+mn-lt"/>
            </a:defRPr>
          </a:pPr>
          <a:endParaRPr lang="en-US"/>
        </a:p>
      </c:txPr>
    </c:legend>
    <c:plotVisOnly val="1"/>
    <c:dispBlanksAs val="span"/>
    <c:showDLblsOverMax val="1"/>
  </c:chart>
  <c:spPr>
    <a:solidFill>
      <a:srgbClr val="F7F3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016040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2팀 발표 시작합니다. 저희 주제는 MIDI 파일을 입력으로 받아 피아노를 치는 손을 시뮬레이션하는 것입니다.
모듈은 네 개로 나뉘어 있고, 2차 발표의 핵심은 '각 모듈이 실제로 돌아가게 되었고, 서로 붙기 시작했다'는 점입니다.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순서는 개요 먼저, 그다음 모듈 네 개, 마지막에 통합과 남은 과제입니다.
모듈별 발표자는 해당 파트 담당자가 이어서 말씀드립니다.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왼쪽이 1학기, 오른쪽이 2학기입니다.
핵심은 '검증' 줄입니다. 1학기에는 눈으로 보고 괜찮다고 판단했는데, 그 방식으로는 놓치는 결함이 많았습니다. 뒤에서 그 이야기를 하겠습니다.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왼쪽부터 MIDI가 들어와서 운지법이 손가락을 정하고, IK가 관절 각도를 만들고, 스키닝이 살을 그립니다.
원 사이 A·B·C가 모듈 간 인터페이스입니다. 2차에서는 이 세 군데 모두 실제 파일이 흐릅니다.
단위는 mm로 통일했습니다. 이게 왜 중요한지는 뒤에서 말씀드립니다.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운지법 엔진은 여섯 단계로 돌아갑니다.
1학기에는 3번 DP까지였고, 2학기에 4번과 5번이 새로 들어왔습니다. 진하게 표시한 두 단계가 오늘 말씀드릴 핵심입니다.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여기가 2학기 운지법 작업의 중심입니다.
손이 닿는 범위나 손가락 충돌 같은 제약은 '어느 순간'에 성립해야 하는 조건인데, 엔진은 화음이라는 묶음 단위로 검사하고 있었습니다.
화음은 시간을 나누지 않습니다. 앞 화음의 지속음이 다음 화음까지 걸쳐 있으면 그 겹침이 보이지 않습니다.
검사 단위를 바꾸자 3건이던 위반이 2,552건으로 드러났습니다. 없던 문제가 생긴 게 아니라, 원래 있었는데 못 보던 것입니다. 지금은 0건입니다.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발견입니다.
피아노는 페달을 밟으면 손가락을 떼도 소리가 계속 납니다. MIDI의 note_off는 그 소리가 끝난 시점이지 손가락이 떨어진 시점이 아닙니다.
달빛은 곡의 76.7% 동안 페달이 밟혀 있었고, 손가락 충돌 111건 중 97건이 페달 구간이었습니다. 즉 대부분이 이 착각 때문이었습니다.
마지막 줄이 IK 파트에 중요합니다. duration_ms로 건반을 떼면 한 손가락이 두 건반을 동시에 누르는 자세가 나옵니다.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결과입니다. 21곡에서 물리 제약 위반 0건입니다.
타이밍 오차 0.000ms는 템포가 바뀌는 곡에서도 시간 계산이 정확하다는 뜻입니다. 전에는 템포 변화를 첫 번째 값으로만 처리해서 58.7% 오차가 났습니다.
음표 보존율 85.2%는 나머지 15%를 버렸다는 뜻인데, 밴드 편곡 곡처럼 애초에 두 손으로 못 치는 구간에 몰려 있습니다.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45562-4FC1-DF86-B731-22C3EDE23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63A242-6E43-E5A0-A604-37F89A6DD3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C6A6AD-01D2-63D9-6A28-0DA4CA3AE0DC}"/>
              </a:ext>
            </a:extLst>
          </p:cNvPr>
          <p:cNvSpPr>
            <a:spLocks noGrp="1"/>
          </p:cNvSpPr>
          <p:nvPr>
            <p:ph type="body" idx="1"/>
          </p:nvPr>
        </p:nvSpPr>
        <p:spPr/>
        <p:txBody>
          <a:bodyPr/>
          <a:lstStyle/>
          <a:p>
            <a:r>
              <a:rPr lang="en-US" dirty="0"/>
              <a:t>현재 결과입니다. 21곡에서 물리 제약 위반 0건입니다.
타이밍 오차 0.000ms는 템포가 바뀌는 곡에서도 시간 계산이 정확하다는 뜻입니다. 전에는 템포 변화를 첫 번째 값으로만 처리해서 58.7% 오차가 났습니다.
음표 보존율 85.2%는 나머지 15%를 버렸다는 뜻인데, 밴드 편곡 곡처럼 애초에 두 손으로 못 치는 구간에 몰려 있습니다.</a:t>
            </a:r>
          </a:p>
        </p:txBody>
      </p:sp>
      <p:sp>
        <p:nvSpPr>
          <p:cNvPr id="4" name="Slide Number Placeholder 3">
            <a:extLst>
              <a:ext uri="{FF2B5EF4-FFF2-40B4-BE49-F238E27FC236}">
                <a16:creationId xmlns:a16="http://schemas.microsoft.com/office/drawing/2014/main" id="{346D9A6E-F0CC-CC4C-D576-0D1A2CB82570}"/>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064765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IK는 Weighted DLS를 씁니다.
일반 자코비안 역행렬은 특이점에서 발산하는데, 감쇠항을 넣어 막습니다.
가중치는 관절 한계에 가까워지면 낮아져서, 한계에 부딪혀 급정지하는 대신 부드럽게 감속합니다.
오프라인 계산이라 반복 40회까지 여유 있게 돌립니다.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비율 건반 위에서 양손이 움직입니다. 왼쪽이 IK 솔버가 직접 그린 화면입니다.
흑건과 백건은 타건 지점이 다릅니다. 흑건은 건반 안쪽을, 백건은 앞쪽을 누릅니다.
출력은 관절 각도 CSV이고, 달빛 전곡 7,447프레임을 4초 만에 내보냅니다. 검증기를 통과했고 UE5 애니메이션까지 만들었습니다.
영상을 보시면 손목이 부자연스럽게 돌아가는 구간이 있는데, 마지막 통합 파트에서 원인을 말씀드립니다.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t>왼쪽이 된 것</a:t>
            </a:r>
            <a:r>
              <a:rPr lang="en-US" altLang="ko-KR"/>
              <a:t>, </a:t>
            </a:r>
            <a:r>
              <a:rPr lang="ko-KR" altLang="en-US"/>
              <a:t>오른쪽이 아직 남은 것입니다</a:t>
            </a:r>
            <a:r>
              <a:rPr lang="en-US" altLang="ko-KR"/>
              <a:t>.
</a:t>
            </a:r>
            <a:r>
              <a:rPr lang="ko-KR" altLang="en-US"/>
              <a:t>아래가 어제 측정한 값입니다</a:t>
            </a:r>
            <a:r>
              <a:rPr lang="en-US" altLang="ko-KR"/>
              <a:t>. </a:t>
            </a:r>
            <a:r>
              <a:rPr lang="ko-KR" altLang="en-US"/>
              <a:t>손끝과 건반 사이 오차는 평균 </a:t>
            </a:r>
            <a:r>
              <a:rPr lang="en-US" altLang="ko-KR"/>
              <a:t>0.45cm</a:t>
            </a:r>
            <a:r>
              <a:rPr lang="ko-KR" altLang="en-US"/>
              <a:t>인데 최대값이 </a:t>
            </a:r>
            <a:r>
              <a:rPr lang="en-US" altLang="ko-KR"/>
              <a:t>10.66cm</a:t>
            </a:r>
            <a:r>
              <a:rPr lang="ko-KR" altLang="en-US"/>
              <a:t>입니다</a:t>
            </a:r>
            <a:r>
              <a:rPr lang="en-US" altLang="ko-KR"/>
              <a:t>. </a:t>
            </a:r>
            <a:r>
              <a:rPr lang="ko-KR" altLang="en-US"/>
              <a:t>손이 닿지 않는 구간이 있다는 뜻입니다</a:t>
            </a:r>
            <a:r>
              <a:rPr lang="en-US" altLang="ko-KR"/>
              <a:t>.
</a:t>
            </a:r>
            <a:r>
              <a:rPr lang="ko-KR" altLang="en-US"/>
              <a:t>수렴 실패 </a:t>
            </a:r>
            <a:r>
              <a:rPr lang="en-US" altLang="ko-KR"/>
              <a:t>60.7%</a:t>
            </a:r>
            <a:r>
              <a:rPr lang="ko-KR" altLang="en-US"/>
              <a:t>는 설명이 필요합니다</a:t>
            </a:r>
            <a:r>
              <a:rPr lang="en-US" altLang="ko-KR"/>
              <a:t>. </a:t>
            </a:r>
            <a:r>
              <a:rPr lang="ko-KR" altLang="en-US"/>
              <a:t>허용 오차 </a:t>
            </a:r>
            <a:r>
              <a:rPr lang="en-US" altLang="ko-KR"/>
              <a:t>0.01</a:t>
            </a:r>
            <a:r>
              <a:rPr lang="ko-KR" altLang="en-US"/>
              <a:t>은 </a:t>
            </a:r>
            <a:r>
              <a:rPr lang="en-US" altLang="ko-KR"/>
              <a:t>IK </a:t>
            </a:r>
            <a:r>
              <a:rPr lang="ko-KR" altLang="en-US"/>
              <a:t>내부 단위라 </a:t>
            </a:r>
            <a:r>
              <a:rPr lang="en-US" altLang="ko-KR"/>
              <a:t>0.05cm </a:t>
            </a:r>
            <a:r>
              <a:rPr lang="ko-KR" altLang="en-US"/>
              <a:t>정도인데</a:t>
            </a:r>
            <a:r>
              <a:rPr lang="en-US" altLang="ko-KR"/>
              <a:t>, </a:t>
            </a:r>
            <a:r>
              <a:rPr lang="ko-KR" altLang="en-US"/>
              <a:t>수렴하지 못한 풀이의 남은 오차 중앙값이 </a:t>
            </a:r>
            <a:r>
              <a:rPr lang="en-US" altLang="ko-KR"/>
              <a:t>1.4cm</a:t>
            </a:r>
            <a:r>
              <a:rPr lang="ko-KR" altLang="en-US"/>
              <a:t>입니다</a:t>
            </a:r>
            <a:r>
              <a:rPr lang="en-US" altLang="ko-KR"/>
              <a:t>. </a:t>
            </a:r>
            <a:r>
              <a:rPr lang="ko-KR" altLang="en-US"/>
              <a:t>거의 다 왔다는 뜻이 아닙니다</a:t>
            </a:r>
            <a:r>
              <a:rPr lang="en-US" altLang="ko-KR"/>
              <a:t>.
</a:t>
            </a:r>
            <a:r>
              <a:rPr lang="ko-KR" altLang="en-US"/>
              <a:t>관절 제한은 거의 항상 같은 두 곳</a:t>
            </a:r>
            <a:r>
              <a:rPr lang="en-US" altLang="ko-KR"/>
              <a:t>, DIP </a:t>
            </a:r>
            <a:r>
              <a:rPr lang="ko-KR" altLang="en-US"/>
              <a:t>최대 굴곡과 </a:t>
            </a:r>
            <a:r>
              <a:rPr lang="en-US" altLang="ko-KR"/>
              <a:t>MCP </a:t>
            </a:r>
            <a:r>
              <a:rPr lang="ko-KR" altLang="en-US"/>
              <a:t>최대 신전에서 걸립니다</a:t>
            </a:r>
            <a:r>
              <a:rPr lang="en-US" altLang="ko-KR"/>
              <a:t>. </a:t>
            </a:r>
            <a:r>
              <a:rPr lang="ko-KR" altLang="en-US"/>
              <a:t>목표점이 손가락 도달 범위 끝에 놓인다는 신호입니다</a:t>
            </a:r>
            <a:r>
              <a:rPr lang="en-US" altLang="ko-KR"/>
              <a:t>.
</a:t>
            </a:r>
            <a:r>
              <a:rPr lang="ko-KR" altLang="en-US"/>
              <a:t>떨림은 원인을 알고 있습니다</a:t>
            </a:r>
            <a:r>
              <a:rPr lang="en-US" altLang="ko-KR"/>
              <a:t>. </a:t>
            </a:r>
            <a:r>
              <a:rPr lang="ko-KR" altLang="en-US"/>
              <a:t>매 프레임 관절을 </a:t>
            </a:r>
            <a:r>
              <a:rPr lang="en-US" altLang="ko-KR"/>
              <a:t>0</a:t>
            </a:r>
            <a:r>
              <a:rPr lang="ko-KR" altLang="en-US"/>
              <a:t>도로 초기화하고 다시 풀기 때문입니다</a:t>
            </a:r>
            <a:r>
              <a:rPr lang="en-US" altLang="ko-K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CB18A-C352-4930-B56D-5C025BE822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065094-A33D-0608-02FA-42F36D0DB9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53F76F-EE71-8140-0B53-B3A08DBD5657}"/>
              </a:ext>
            </a:extLst>
          </p:cNvPr>
          <p:cNvSpPr>
            <a:spLocks noGrp="1"/>
          </p:cNvSpPr>
          <p:nvPr>
            <p:ph type="body" idx="1"/>
          </p:nvPr>
        </p:nvSpPr>
        <p:spPr/>
        <p:txBody>
          <a:bodyPr/>
          <a:lstStyle/>
          <a:p>
            <a:r>
              <a:rPr lang="ko-KR" altLang="en-US"/>
              <a:t>왼쪽이 된 것</a:t>
            </a:r>
            <a:r>
              <a:rPr lang="en-US" altLang="ko-KR"/>
              <a:t>, </a:t>
            </a:r>
            <a:r>
              <a:rPr lang="ko-KR" altLang="en-US"/>
              <a:t>오른쪽이 아직 남은 것입니다</a:t>
            </a:r>
            <a:r>
              <a:rPr lang="en-US" altLang="ko-KR"/>
              <a:t>.
</a:t>
            </a:r>
            <a:r>
              <a:rPr lang="ko-KR" altLang="en-US"/>
              <a:t>아래가 어제 측정한 값입니다</a:t>
            </a:r>
            <a:r>
              <a:rPr lang="en-US" altLang="ko-KR"/>
              <a:t>. </a:t>
            </a:r>
            <a:r>
              <a:rPr lang="ko-KR" altLang="en-US"/>
              <a:t>손끝과 건반 사이 오차는 평균 </a:t>
            </a:r>
            <a:r>
              <a:rPr lang="en-US" altLang="ko-KR"/>
              <a:t>0.45cm</a:t>
            </a:r>
            <a:r>
              <a:rPr lang="ko-KR" altLang="en-US"/>
              <a:t>인데 최대값이 </a:t>
            </a:r>
            <a:r>
              <a:rPr lang="en-US" altLang="ko-KR"/>
              <a:t>10.66cm</a:t>
            </a:r>
            <a:r>
              <a:rPr lang="ko-KR" altLang="en-US"/>
              <a:t>입니다</a:t>
            </a:r>
            <a:r>
              <a:rPr lang="en-US" altLang="ko-KR"/>
              <a:t>. </a:t>
            </a:r>
            <a:r>
              <a:rPr lang="ko-KR" altLang="en-US"/>
              <a:t>손이 닿지 않는 구간이 있다는 뜻입니다</a:t>
            </a:r>
            <a:r>
              <a:rPr lang="en-US" altLang="ko-KR"/>
              <a:t>.
</a:t>
            </a:r>
            <a:r>
              <a:rPr lang="ko-KR" altLang="en-US"/>
              <a:t>수렴 실패 </a:t>
            </a:r>
            <a:r>
              <a:rPr lang="en-US" altLang="ko-KR"/>
              <a:t>60.7%</a:t>
            </a:r>
            <a:r>
              <a:rPr lang="ko-KR" altLang="en-US"/>
              <a:t>는 설명이 필요합니다</a:t>
            </a:r>
            <a:r>
              <a:rPr lang="en-US" altLang="ko-KR"/>
              <a:t>. </a:t>
            </a:r>
            <a:r>
              <a:rPr lang="ko-KR" altLang="en-US"/>
              <a:t>허용 오차 </a:t>
            </a:r>
            <a:r>
              <a:rPr lang="en-US" altLang="ko-KR"/>
              <a:t>0.01</a:t>
            </a:r>
            <a:r>
              <a:rPr lang="ko-KR" altLang="en-US"/>
              <a:t>은 </a:t>
            </a:r>
            <a:r>
              <a:rPr lang="en-US" altLang="ko-KR"/>
              <a:t>IK </a:t>
            </a:r>
            <a:r>
              <a:rPr lang="ko-KR" altLang="en-US"/>
              <a:t>내부 단위라 </a:t>
            </a:r>
            <a:r>
              <a:rPr lang="en-US" altLang="ko-KR"/>
              <a:t>0.05cm </a:t>
            </a:r>
            <a:r>
              <a:rPr lang="ko-KR" altLang="en-US"/>
              <a:t>정도인데</a:t>
            </a:r>
            <a:r>
              <a:rPr lang="en-US" altLang="ko-KR"/>
              <a:t>, </a:t>
            </a:r>
            <a:r>
              <a:rPr lang="ko-KR" altLang="en-US"/>
              <a:t>수렴하지 못한 풀이의 남은 오차 중앙값이 </a:t>
            </a:r>
            <a:r>
              <a:rPr lang="en-US" altLang="ko-KR"/>
              <a:t>1.4cm</a:t>
            </a:r>
            <a:r>
              <a:rPr lang="ko-KR" altLang="en-US"/>
              <a:t>입니다</a:t>
            </a:r>
            <a:r>
              <a:rPr lang="en-US" altLang="ko-KR"/>
              <a:t>. </a:t>
            </a:r>
            <a:r>
              <a:rPr lang="ko-KR" altLang="en-US"/>
              <a:t>거의 다 왔다는 뜻이 아닙니다</a:t>
            </a:r>
            <a:r>
              <a:rPr lang="en-US" altLang="ko-KR"/>
              <a:t>.
</a:t>
            </a:r>
            <a:r>
              <a:rPr lang="ko-KR" altLang="en-US"/>
              <a:t>관절 제한은 거의 항상 같은 두 곳</a:t>
            </a:r>
            <a:r>
              <a:rPr lang="en-US" altLang="ko-KR"/>
              <a:t>, DIP </a:t>
            </a:r>
            <a:r>
              <a:rPr lang="ko-KR" altLang="en-US"/>
              <a:t>최대 굴곡과 </a:t>
            </a:r>
            <a:r>
              <a:rPr lang="en-US" altLang="ko-KR"/>
              <a:t>MCP </a:t>
            </a:r>
            <a:r>
              <a:rPr lang="ko-KR" altLang="en-US"/>
              <a:t>최대 신전에서 걸립니다</a:t>
            </a:r>
            <a:r>
              <a:rPr lang="en-US" altLang="ko-KR"/>
              <a:t>. </a:t>
            </a:r>
            <a:r>
              <a:rPr lang="ko-KR" altLang="en-US"/>
              <a:t>목표점이 손가락 도달 범위 끝에 놓인다는 신호입니다</a:t>
            </a:r>
            <a:r>
              <a:rPr lang="en-US" altLang="ko-KR"/>
              <a:t>.
</a:t>
            </a:r>
            <a:r>
              <a:rPr lang="ko-KR" altLang="en-US"/>
              <a:t>떨림은 원인을 알고 있습니다</a:t>
            </a:r>
            <a:r>
              <a:rPr lang="en-US" altLang="ko-KR"/>
              <a:t>. </a:t>
            </a:r>
            <a:r>
              <a:rPr lang="ko-KR" altLang="en-US"/>
              <a:t>매 프레임 관절을 </a:t>
            </a:r>
            <a:r>
              <a:rPr lang="en-US" altLang="ko-KR"/>
              <a:t>0</a:t>
            </a:r>
            <a:r>
              <a:rPr lang="ko-KR" altLang="en-US"/>
              <a:t>도로 초기화하고 다시 풀기 때문입니다</a:t>
            </a:r>
            <a:r>
              <a:rPr lang="en-US" altLang="ko-KR"/>
              <a:t>.</a:t>
            </a:r>
            <a:endParaRPr lang="en-US" dirty="0"/>
          </a:p>
        </p:txBody>
      </p:sp>
      <p:sp>
        <p:nvSpPr>
          <p:cNvPr id="4" name="Slide Number Placeholder 3">
            <a:extLst>
              <a:ext uri="{FF2B5EF4-FFF2-40B4-BE49-F238E27FC236}">
                <a16:creationId xmlns:a16="http://schemas.microsoft.com/office/drawing/2014/main" id="{C5A44899-1B00-0193-72B1-D37F514CCF4F}"/>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5926726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언리얼 기본 GPU 스키닝은 뼈 변환을 가중 평균해서 정점을 옮기기만 합니다. 표면이 얼마나 늘어났는지는 계산하지 않습니다.
주름은 피부가 접히면서 생기는 것이라, 늘어남과 줄어듦을 알아야 만들 수 있습니다.
그래서 UMeshDeformer를 상속해서 정점 처리 단계에 직접 끼어들었습니다.
아래 사진이 결과입니다. 손가락을 굽히면 마디마다 가로 주름이 생깁니다.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컴퓨트 셰이더 여섯 개가 순서대로 돕니다.
1번이 정점을 옮기고, 2·3번이 텐션을 구하고, 4번이 그 텐션으로 주름을 만들고, 5·6번이 노멀을 다시 계산합니다.
누적과 확정을 나눈 이유는 아래에 적어 뒀습니다. 한 정점이 여러 삼각형에 속해 있어서, 전부 더한 뒤에 나눠야 하기 때문입니다. GPU는 실행 순서를 보장하지 않아서 atomic으로 더합니다.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텐션을 하나의 값으로 두지 않고 네 채널로 나눴습니다. 늘어남과 줄어듦, 그리고 뼈 방향인지 가로 방향인지를 구분해야 주름 방향이 제대로 나옵니다.
부피 보존은 1학기에 한 방향 신장률로 어림잡았는데, 2학기에 변형 텐서에서 실제 부피비를 구하도록 바꿨습니다.
오른쪽 이력 주름은 발표 때 주의할 점입니다. 0.9초면 사라져서 정지 화면으로는 안 보입니다.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이게 구현에서 가장 까다로웠던 부분입니다.
같은 관절인데 손등은 늘어나고 손바닥은 접힙니다. 주름이 생기는 조건이 정반대라, 한쪽 기준으로 짜면 반대쪽이 틀립니다. 셰이더에서 이중으로 분기합니다.
현재 Phase 7까지 왔고, 1차 때 한계로 적었던 손바닥 접힘선은 해결했습니다.
GPU는 4ms 정도로 아직 여유가 있습니다. 병목은 다른 데 있는데 마지막에 말씀드립니다.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사면체를 만드는 단계에서 막혔던 이야기입니다.
엔진 기본 생성기인 IsoStuffing은 격자를 채우는 방식이라, 격자 간격보다 가는 부분은 비어 버립니다. MetaHuman 손가락이 딱 그 경우였습니다. 왼쪽 사진처럼 손가락이 날아가고 손바닥 덩어리만 남았습니다.
TetWild로 바꾸니 손가락 다섯 개가 모두 살아났습니다. 사면체 정점은 5,688개입니다.
아래가 통합한 Dataflow 그래프입니다.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1차 발표에서 '어댑터 미구현'이라고 말씀드렸던 부분입니다. 2차에서 구현하고 검증까지 마쳤습니다.
정점 수가 정확히 일치하고, 좌표계도 같아서 별도 매핑이 필요 없었습니다. 편차가 평균 0.27cm인데 이건 Flesh 표면이 원래 조금 더 두꺼워서 나는 차이입니다.
처음 구현했을 때 46ms가 걸렸는데, 바인딩을 매 프레임 만들던 것을 한 번만 만들도록 고치고 정점 계산을 병렬화해서 7ms로 줄였습니다.
오른쪽이 실제로 합쳐진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t>위는 확보한 수치</a:t>
            </a:r>
            <a:r>
              <a:rPr lang="en-US" altLang="ko-KR"/>
              <a:t>, </a:t>
            </a:r>
            <a:r>
              <a:rPr lang="ko-KR" altLang="en-US"/>
              <a:t>아래는 남은 문제입니다</a:t>
            </a:r>
            <a:r>
              <a:rPr lang="en-US" altLang="ko-KR"/>
              <a:t>.
</a:t>
            </a:r>
            <a:r>
              <a:rPr lang="ko-KR" altLang="en-US"/>
              <a:t>손끝 어긋남이 가장 오래 붙잡고 있던 문제입니다</a:t>
            </a:r>
            <a:r>
              <a:rPr lang="en-US" altLang="ko-KR"/>
              <a:t>. </a:t>
            </a:r>
            <a:r>
              <a:rPr lang="ko-KR" altLang="en-US"/>
              <a:t>처음에는 지연이라고 봤다가</a:t>
            </a:r>
            <a:r>
              <a:rPr lang="en-US" altLang="ko-KR"/>
              <a:t>, </a:t>
            </a:r>
            <a:r>
              <a:rPr lang="ko-KR" altLang="en-US"/>
              <a:t>정지 상태에서도 남아서 형태 차이로 추정했습니다</a:t>
            </a:r>
            <a:r>
              <a:rPr lang="en-US" altLang="ko-KR"/>
              <a:t>. </a:t>
            </a:r>
            <a:r>
              <a:rPr lang="ko-KR" altLang="en-US"/>
              <a:t>어제 로그로 재 보니 둘 다였습니다</a:t>
            </a:r>
            <a:r>
              <a:rPr lang="en-US" altLang="ko-KR"/>
              <a:t>.
</a:t>
            </a:r>
            <a:r>
              <a:rPr lang="ko-KR" altLang="en-US"/>
              <a:t>거의 멈춰 있을 때는 </a:t>
            </a:r>
            <a:r>
              <a:rPr lang="en-US" altLang="ko-KR"/>
              <a:t>0.2</a:t>
            </a:r>
            <a:r>
              <a:rPr lang="ko-KR" altLang="en-US"/>
              <a:t>에서 </a:t>
            </a:r>
            <a:r>
              <a:rPr lang="en-US" altLang="ko-KR"/>
              <a:t>0.7</a:t>
            </a:r>
            <a:r>
              <a:rPr lang="ko-KR" altLang="en-US"/>
              <a:t>센티인데</a:t>
            </a:r>
            <a:r>
              <a:rPr lang="en-US" altLang="ko-KR"/>
              <a:t>, </a:t>
            </a:r>
            <a:r>
              <a:rPr lang="ko-KR" altLang="en-US"/>
              <a:t>이건 </a:t>
            </a:r>
            <a:r>
              <a:rPr lang="en-US" altLang="ko-KR"/>
              <a:t>Flesh </a:t>
            </a:r>
            <a:r>
              <a:rPr lang="ko-KR" altLang="en-US"/>
              <a:t>표면이 원래 </a:t>
            </a:r>
            <a:r>
              <a:rPr lang="en-US" altLang="ko-KR"/>
              <a:t>0.3</a:t>
            </a:r>
            <a:r>
              <a:rPr lang="ko-KR" altLang="en-US"/>
              <a:t>센티 더 두꺼운 것과 같은 크기라 형태 차이입니다</a:t>
            </a:r>
            <a:r>
              <a:rPr lang="en-US" altLang="ko-KR"/>
              <a:t>. </a:t>
            </a:r>
            <a:r>
              <a:rPr lang="ko-KR" altLang="en-US"/>
              <a:t>손끝이 초당 </a:t>
            </a:r>
            <a:r>
              <a:rPr lang="en-US" altLang="ko-KR"/>
              <a:t>10</a:t>
            </a:r>
            <a:r>
              <a:rPr lang="ko-KR" altLang="en-US"/>
              <a:t>센티 넘게 움직이면 </a:t>
            </a:r>
            <a:r>
              <a:rPr lang="en-US" altLang="ko-KR"/>
              <a:t>1.3</a:t>
            </a:r>
            <a:r>
              <a:rPr lang="ko-KR" altLang="en-US"/>
              <a:t>에서 </a:t>
            </a:r>
            <a:r>
              <a:rPr lang="en-US" altLang="ko-KR"/>
              <a:t>4.6</a:t>
            </a:r>
            <a:r>
              <a:rPr lang="ko-KR" altLang="en-US"/>
              <a:t>센티로 커지고</a:t>
            </a:r>
            <a:r>
              <a:rPr lang="en-US" altLang="ko-KR"/>
              <a:t>, </a:t>
            </a:r>
            <a:r>
              <a:rPr lang="ko-KR" altLang="en-US"/>
              <a:t>어긋나는 방향이 거의 전부 이동 반대쪽입니다</a:t>
            </a:r>
            <a:r>
              <a:rPr lang="en-US" altLang="ko-KR"/>
              <a:t>. </a:t>
            </a:r>
            <a:r>
              <a:rPr lang="ko-KR" altLang="en-US"/>
              <a:t>즉 </a:t>
            </a:r>
            <a:r>
              <a:rPr lang="en-US" altLang="ko-KR"/>
              <a:t>Flesh</a:t>
            </a:r>
            <a:r>
              <a:rPr lang="ko-KR" altLang="en-US"/>
              <a:t>가 한 프레임쯤 뒤처집니다</a:t>
            </a:r>
            <a:r>
              <a:rPr lang="en-US" altLang="ko-KR"/>
              <a:t>.
</a:t>
            </a:r>
            <a:r>
              <a:rPr lang="ko-KR" altLang="en-US"/>
              <a:t>손가락을 바인딩에서 풀어도 지연은 그대로였습니다</a:t>
            </a:r>
            <a:r>
              <a:rPr lang="en-US" altLang="ko-KR"/>
              <a:t>. </a:t>
            </a:r>
            <a:r>
              <a:rPr lang="ko-KR" altLang="en-US"/>
              <a:t>손가락 안 사면체가 단단해서 손바닥을 따라 끌려가는 것으로 보고 있습니다</a:t>
            </a:r>
            <a:r>
              <a:rPr lang="en-US" altLang="ko-KR"/>
              <a:t>.
Blend </a:t>
            </a:r>
            <a:r>
              <a:rPr lang="ko-KR" altLang="en-US"/>
              <a:t>값별 비교는 </a:t>
            </a:r>
            <a:r>
              <a:rPr lang="en-US" altLang="ko-KR"/>
              <a:t>Flesh</a:t>
            </a:r>
            <a:r>
              <a:rPr lang="ko-KR" altLang="en-US"/>
              <a:t>를 쓸 이유를 수치로 대는 작업이라 꼭 해야 합니다</a:t>
            </a:r>
            <a:r>
              <a:rPr lang="en-US" altLang="ko-K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94EF0-122D-1BCD-1CBA-A2635800C5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74A868-3216-B5D0-88F1-67D3FE62E7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09082B-4018-FAC1-8C8C-52B700F8980D}"/>
              </a:ext>
            </a:extLst>
          </p:cNvPr>
          <p:cNvSpPr>
            <a:spLocks noGrp="1"/>
          </p:cNvSpPr>
          <p:nvPr>
            <p:ph type="body" idx="1"/>
          </p:nvPr>
        </p:nvSpPr>
        <p:spPr/>
        <p:txBody>
          <a:bodyPr/>
          <a:lstStyle/>
          <a:p>
            <a:r>
              <a:rPr lang="ko-KR" altLang="en-US"/>
              <a:t>위는 확보한 수치</a:t>
            </a:r>
            <a:r>
              <a:rPr lang="en-US" altLang="ko-KR"/>
              <a:t>, </a:t>
            </a:r>
            <a:r>
              <a:rPr lang="ko-KR" altLang="en-US"/>
              <a:t>아래는 남은 문제입니다</a:t>
            </a:r>
            <a:r>
              <a:rPr lang="en-US" altLang="ko-KR"/>
              <a:t>.
</a:t>
            </a:r>
            <a:r>
              <a:rPr lang="ko-KR" altLang="en-US"/>
              <a:t>손끝 어긋남이 가장 오래 붙잡고 있던 문제입니다</a:t>
            </a:r>
            <a:r>
              <a:rPr lang="en-US" altLang="ko-KR"/>
              <a:t>. </a:t>
            </a:r>
            <a:r>
              <a:rPr lang="ko-KR" altLang="en-US"/>
              <a:t>처음에는 지연이라고 봤다가</a:t>
            </a:r>
            <a:r>
              <a:rPr lang="en-US" altLang="ko-KR"/>
              <a:t>, </a:t>
            </a:r>
            <a:r>
              <a:rPr lang="ko-KR" altLang="en-US"/>
              <a:t>정지 상태에서도 남아서 형태 차이로 추정했습니다</a:t>
            </a:r>
            <a:r>
              <a:rPr lang="en-US" altLang="ko-KR"/>
              <a:t>. </a:t>
            </a:r>
            <a:r>
              <a:rPr lang="ko-KR" altLang="en-US"/>
              <a:t>어제 로그로 재 보니 둘 다였습니다</a:t>
            </a:r>
            <a:r>
              <a:rPr lang="en-US" altLang="ko-KR"/>
              <a:t>.
</a:t>
            </a:r>
            <a:r>
              <a:rPr lang="ko-KR" altLang="en-US"/>
              <a:t>거의 멈춰 있을 때는 </a:t>
            </a:r>
            <a:r>
              <a:rPr lang="en-US" altLang="ko-KR"/>
              <a:t>0.2</a:t>
            </a:r>
            <a:r>
              <a:rPr lang="ko-KR" altLang="en-US"/>
              <a:t>에서 </a:t>
            </a:r>
            <a:r>
              <a:rPr lang="en-US" altLang="ko-KR"/>
              <a:t>0.7</a:t>
            </a:r>
            <a:r>
              <a:rPr lang="ko-KR" altLang="en-US"/>
              <a:t>센티인데</a:t>
            </a:r>
            <a:r>
              <a:rPr lang="en-US" altLang="ko-KR"/>
              <a:t>, </a:t>
            </a:r>
            <a:r>
              <a:rPr lang="ko-KR" altLang="en-US"/>
              <a:t>이건 </a:t>
            </a:r>
            <a:r>
              <a:rPr lang="en-US" altLang="ko-KR"/>
              <a:t>Flesh </a:t>
            </a:r>
            <a:r>
              <a:rPr lang="ko-KR" altLang="en-US"/>
              <a:t>표면이 원래 </a:t>
            </a:r>
            <a:r>
              <a:rPr lang="en-US" altLang="ko-KR"/>
              <a:t>0.3</a:t>
            </a:r>
            <a:r>
              <a:rPr lang="ko-KR" altLang="en-US"/>
              <a:t>센티 더 두꺼운 것과 같은 크기라 형태 차이입니다</a:t>
            </a:r>
            <a:r>
              <a:rPr lang="en-US" altLang="ko-KR"/>
              <a:t>. </a:t>
            </a:r>
            <a:r>
              <a:rPr lang="ko-KR" altLang="en-US"/>
              <a:t>손끝이 초당 </a:t>
            </a:r>
            <a:r>
              <a:rPr lang="en-US" altLang="ko-KR"/>
              <a:t>10</a:t>
            </a:r>
            <a:r>
              <a:rPr lang="ko-KR" altLang="en-US"/>
              <a:t>센티 넘게 움직이면 </a:t>
            </a:r>
            <a:r>
              <a:rPr lang="en-US" altLang="ko-KR"/>
              <a:t>1.3</a:t>
            </a:r>
            <a:r>
              <a:rPr lang="ko-KR" altLang="en-US"/>
              <a:t>에서 </a:t>
            </a:r>
            <a:r>
              <a:rPr lang="en-US" altLang="ko-KR"/>
              <a:t>4.6</a:t>
            </a:r>
            <a:r>
              <a:rPr lang="ko-KR" altLang="en-US"/>
              <a:t>센티로 커지고</a:t>
            </a:r>
            <a:r>
              <a:rPr lang="en-US" altLang="ko-KR"/>
              <a:t>, </a:t>
            </a:r>
            <a:r>
              <a:rPr lang="ko-KR" altLang="en-US"/>
              <a:t>어긋나는 방향이 거의 전부 이동 반대쪽입니다</a:t>
            </a:r>
            <a:r>
              <a:rPr lang="en-US" altLang="ko-KR"/>
              <a:t>. </a:t>
            </a:r>
            <a:r>
              <a:rPr lang="ko-KR" altLang="en-US"/>
              <a:t>즉 </a:t>
            </a:r>
            <a:r>
              <a:rPr lang="en-US" altLang="ko-KR"/>
              <a:t>Flesh</a:t>
            </a:r>
            <a:r>
              <a:rPr lang="ko-KR" altLang="en-US"/>
              <a:t>가 한 프레임쯤 뒤처집니다</a:t>
            </a:r>
            <a:r>
              <a:rPr lang="en-US" altLang="ko-KR"/>
              <a:t>.
</a:t>
            </a:r>
            <a:r>
              <a:rPr lang="ko-KR" altLang="en-US"/>
              <a:t>손가락을 바인딩에서 풀어도 지연은 그대로였습니다</a:t>
            </a:r>
            <a:r>
              <a:rPr lang="en-US" altLang="ko-KR"/>
              <a:t>. </a:t>
            </a:r>
            <a:r>
              <a:rPr lang="ko-KR" altLang="en-US"/>
              <a:t>손가락 안 사면체가 단단해서 손바닥을 따라 끌려가는 것으로 보고 있습니다</a:t>
            </a:r>
            <a:r>
              <a:rPr lang="en-US" altLang="ko-KR"/>
              <a:t>.
Blend </a:t>
            </a:r>
            <a:r>
              <a:rPr lang="ko-KR" altLang="en-US"/>
              <a:t>값별 비교는 </a:t>
            </a:r>
            <a:r>
              <a:rPr lang="en-US" altLang="ko-KR"/>
              <a:t>Flesh</a:t>
            </a:r>
            <a:r>
              <a:rPr lang="ko-KR" altLang="en-US"/>
              <a:t>를 쓸 이유를 수치로 대는 작업이라 꼭 해야 합니다</a:t>
            </a:r>
            <a:r>
              <a:rPr lang="en-US" altLang="ko-KR"/>
              <a:t>.</a:t>
            </a:r>
            <a:endParaRPr lang="en-US" dirty="0"/>
          </a:p>
        </p:txBody>
      </p:sp>
      <p:sp>
        <p:nvSpPr>
          <p:cNvPr id="4" name="Slide Number Placeholder 3">
            <a:extLst>
              <a:ext uri="{FF2B5EF4-FFF2-40B4-BE49-F238E27FC236}">
                <a16:creationId xmlns:a16="http://schemas.microsoft.com/office/drawing/2014/main" id="{187FF4C0-950C-14C8-2F58-33F555036EED}"/>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7171015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건반 치수는 네 모듈이 다 쓰는 값인데, 각자 자기 코드에 적어 두고 있었습니다.
가운데 것이 특히 문제였습니다. 흑건 윗면 높이는 IK가 반드시 알아야 하는 값인데 명세에 항목 자체가 없었습니다. 각자 알아서 가정하고 있었던 겁니다.
오른쪽은 작아 보이지만, 23.4로 반올림하면 88건반 끝에서 1.5mm가 어긋납니다.
지금은 shared_constants.py 한 파일에서 읽어 씁니다.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a:t>2</a:t>
            </a:r>
            <a:r>
              <a:rPr lang="ko-KR" altLang="en-US"/>
              <a:t>차에서 가장 말씀드리고 싶은 내용입니다</a:t>
            </a:r>
            <a:r>
              <a:rPr lang="en-US" altLang="ko-KR"/>
              <a:t>.
</a:t>
            </a:r>
            <a:r>
              <a:rPr lang="ko-KR" altLang="en-US"/>
              <a:t>왼쪽이 운지법 엔진이 내보낸 손목 롤 값 분포입니다</a:t>
            </a:r>
            <a:r>
              <a:rPr lang="en-US" altLang="ko-KR"/>
              <a:t>. 21</a:t>
            </a:r>
            <a:r>
              <a:rPr lang="ko-KR" altLang="en-US"/>
              <a:t>곡 </a:t>
            </a:r>
            <a:r>
              <a:rPr lang="en-US" altLang="ko-KR"/>
              <a:t>21,912</a:t>
            </a:r>
            <a:r>
              <a:rPr lang="ko-KR" altLang="en-US"/>
              <a:t>음 중 </a:t>
            </a:r>
            <a:r>
              <a:rPr lang="en-US" altLang="ko-KR"/>
              <a:t>5,415</a:t>
            </a:r>
            <a:r>
              <a:rPr lang="ko-KR" altLang="en-US"/>
              <a:t>음에 </a:t>
            </a:r>
            <a:r>
              <a:rPr lang="en-US" altLang="ko-KR"/>
              <a:t>±12</a:t>
            </a:r>
            <a:r>
              <a:rPr lang="ko-KR" altLang="en-US"/>
              <a:t>도가 들어 있습니다</a:t>
            </a:r>
            <a:r>
              <a:rPr lang="en-US" altLang="ko-KR"/>
              <a:t>. </a:t>
            </a:r>
            <a:r>
              <a:rPr lang="ko-KR" altLang="en-US"/>
              <a:t>엄지나 소지가 검은 건반을 누르면 손목을 비틀어야 하기 때문입니다</a:t>
            </a:r>
            <a:r>
              <a:rPr lang="en-US" altLang="ko-KR"/>
              <a:t>.
</a:t>
            </a:r>
            <a:r>
              <a:rPr lang="ko-KR" altLang="en-US"/>
              <a:t>오른쪽이 </a:t>
            </a:r>
            <a:r>
              <a:rPr lang="en-US" altLang="ko-KR"/>
              <a:t>IK</a:t>
            </a:r>
            <a:r>
              <a:rPr lang="ko-KR" altLang="en-US"/>
              <a:t>가 기록한 </a:t>
            </a:r>
            <a:r>
              <a:rPr lang="en-US" altLang="ko-KR"/>
              <a:t>wrist.csv</a:t>
            </a:r>
            <a:r>
              <a:rPr lang="ko-KR" altLang="en-US"/>
              <a:t>입니다</a:t>
            </a:r>
            <a:r>
              <a:rPr lang="en-US" altLang="ko-KR"/>
              <a:t>. </a:t>
            </a:r>
            <a:r>
              <a:rPr lang="ko-KR" altLang="en-US"/>
              <a:t>전부 </a:t>
            </a:r>
            <a:r>
              <a:rPr lang="en-US" altLang="ko-KR"/>
              <a:t>0</a:t>
            </a:r>
            <a:r>
              <a:rPr lang="ko-KR" altLang="en-US"/>
              <a:t>입니다</a:t>
            </a:r>
            <a:r>
              <a:rPr lang="en-US" altLang="ko-KR"/>
              <a:t>.
IK</a:t>
            </a:r>
            <a:r>
              <a:rPr lang="ko-KR" altLang="en-US"/>
              <a:t>는 손목을 위치만 보간하고 회전은 다루지 않습니다</a:t>
            </a:r>
            <a:r>
              <a:rPr lang="en-US" altLang="ko-KR"/>
              <a:t>. </a:t>
            </a:r>
            <a:r>
              <a:rPr lang="ko-KR" altLang="en-US"/>
              <a:t>인계 규격서에도 </a:t>
            </a:r>
            <a:r>
              <a:rPr lang="en-US" altLang="ko-KR"/>
              <a:t>'</a:t>
            </a:r>
            <a:r>
              <a:rPr lang="ko-KR" altLang="en-US"/>
              <a:t>손목 회전은 </a:t>
            </a:r>
            <a:r>
              <a:rPr lang="en-US" altLang="ko-KR"/>
              <a:t>IK </a:t>
            </a:r>
            <a:r>
              <a:rPr lang="ko-KR" altLang="en-US"/>
              <a:t>쪽 향후 과제</a:t>
            </a:r>
            <a:r>
              <a:rPr lang="en-US" altLang="ko-KR"/>
              <a:t>'</a:t>
            </a:r>
            <a:r>
              <a:rPr lang="ko-KR" altLang="en-US"/>
              <a:t>로 적혀 있습니다</a:t>
            </a:r>
            <a:r>
              <a:rPr lang="en-US" altLang="ko-KR"/>
              <a:t>. </a:t>
            </a:r>
            <a:r>
              <a:rPr lang="ko-KR" altLang="en-US"/>
              <a:t>즉 모르고 있던 게 아니라</a:t>
            </a:r>
            <a:r>
              <a:rPr lang="en-US" altLang="ko-KR"/>
              <a:t>, </a:t>
            </a:r>
            <a:r>
              <a:rPr lang="ko-KR" altLang="en-US"/>
              <a:t>알고 미뤄 둔 공백인데 아직 닫히지 않은 겁니다</a:t>
            </a:r>
            <a:r>
              <a:rPr lang="en-US" altLang="ko-KR"/>
              <a:t>.
</a:t>
            </a:r>
            <a:r>
              <a:rPr lang="ko-KR" altLang="en-US"/>
              <a:t>아까 </a:t>
            </a:r>
            <a:r>
              <a:rPr lang="en-US" altLang="ko-KR"/>
              <a:t>IK </a:t>
            </a:r>
            <a:r>
              <a:rPr lang="ko-KR" altLang="en-US"/>
              <a:t>영상에서 손목이 돌아가 보였던 것의 유력한 원인입니다</a:t>
            </a:r>
            <a:r>
              <a:rPr lang="en-US" altLang="ko-KR"/>
              <a:t>. </a:t>
            </a:r>
            <a:r>
              <a:rPr lang="ko-KR" altLang="en-US"/>
              <a:t>운지법 쪽 결함은 아닙니다</a:t>
            </a:r>
            <a:r>
              <a:rPr lang="en-US" altLang="ko-KR"/>
              <a:t>.
</a:t>
            </a:r>
            <a:r>
              <a:rPr lang="ko-KR" altLang="en-US"/>
              <a:t>다만 한 가지는 조심해서 말씀드려야 합니다</a:t>
            </a:r>
            <a:r>
              <a:rPr lang="en-US" altLang="ko-KR"/>
              <a:t>. </a:t>
            </a:r>
            <a:r>
              <a:rPr lang="ko-KR" altLang="en-US"/>
              <a:t>어제 </a:t>
            </a:r>
            <a:r>
              <a:rPr lang="en-US" altLang="ko-KR"/>
              <a:t>IK </a:t>
            </a:r>
            <a:r>
              <a:rPr lang="ko-KR" altLang="en-US"/>
              <a:t>쪽에서 반영 실험을 해 봤는데</a:t>
            </a:r>
            <a:r>
              <a:rPr lang="en-US" altLang="ko-KR"/>
              <a:t>, </a:t>
            </a:r>
            <a:r>
              <a:rPr lang="ko-KR" altLang="en-US"/>
              <a:t>롤만 돌려서는 나아지지 않았습니다</a:t>
            </a:r>
            <a:r>
              <a:rPr lang="en-US" altLang="ko-KR"/>
              <a:t>. </a:t>
            </a:r>
            <a:r>
              <a:rPr lang="ko-KR" altLang="en-US"/>
              <a:t>요까지 같이 넣어야 엄지</a:t>
            </a:r>
            <a:r>
              <a:rPr lang="en-US" altLang="ko-KR"/>
              <a:t>-</a:t>
            </a:r>
            <a:r>
              <a:rPr lang="ko-KR" altLang="en-US"/>
              <a:t>흑건 오차가 </a:t>
            </a:r>
            <a:r>
              <a:rPr lang="en-US" altLang="ko-KR"/>
              <a:t>1.54</a:t>
            </a:r>
            <a:r>
              <a:rPr lang="ko-KR" altLang="en-US"/>
              <a:t>에서 </a:t>
            </a:r>
            <a:r>
              <a:rPr lang="en-US" altLang="ko-KR"/>
              <a:t>1.10</a:t>
            </a:r>
            <a:r>
              <a:rPr lang="ko-KR" altLang="en-US"/>
              <a:t>센티로 줄었습니다</a:t>
            </a:r>
            <a:r>
              <a:rPr lang="en-US" altLang="ko-KR"/>
              <a:t>. </a:t>
            </a:r>
            <a:r>
              <a:rPr lang="ko-KR" altLang="en-US"/>
              <a:t>그래서 롤만 반영하면 해결된다고 말씀드릴 수는 없고</a:t>
            </a:r>
            <a:r>
              <a:rPr lang="en-US" altLang="ko-KR"/>
              <a:t>, </a:t>
            </a:r>
            <a:r>
              <a:rPr lang="ko-KR" altLang="en-US"/>
              <a:t>손목 위치와 엄지 도달 범위를 함께 봐야 합니다</a:t>
            </a:r>
            <a:r>
              <a:rPr lang="en-US" altLang="ko-KR"/>
              <a:t>.
</a:t>
            </a:r>
            <a:r>
              <a:rPr lang="ko-KR" altLang="en-US"/>
              <a:t>인터페이스를 정의하고 파일을 주고받는 것만으로는 부족하고</a:t>
            </a:r>
            <a:r>
              <a:rPr lang="en-US" altLang="ko-KR"/>
              <a:t>, </a:t>
            </a:r>
            <a:r>
              <a:rPr lang="ko-KR" altLang="en-US"/>
              <a:t>받는 쪽이 그 값을 실제로 다루는지까지 확인해야 한다는 걸 배웠습니다</a:t>
            </a:r>
            <a:r>
              <a:rPr lang="en-US" altLang="ko-K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IN">
    <p:bg>
      <p:bgPr>
        <a:solidFill>
          <a:srgbClr val="F7F3E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ODY">
    <p:bg>
      <p:bgPr>
        <a:solidFill>
          <a:srgbClr val="F7F3E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950976" y="749808"/>
            <a:ext cx="9144000" cy="384048"/>
          </a:xfrm>
          <a:prstGeom prst="rect">
            <a:avLst/>
          </a:prstGeom>
          <a:noFill/>
          <a:ln/>
        </p:spPr>
        <p:txBody>
          <a:bodyPr wrap="square" rtlCol="0"/>
          <a:lstStyle>
            <a:lvl1pPr marL="0" indent="0" algn="l">
              <a:buNone/>
              <a:defRPr lang="en-US" sz="1800" kern="0" spc="60" dirty="0">
                <a:solidFill>
                  <a:srgbClr val="BACCC3"/>
                </a:solidFill>
                <a:latin typeface="Pretendard" pitchFamily="34" charset="0"/>
                <a:ea typeface="Pretendard" pitchFamily="34" charset="-122"/>
                <a:cs typeface="Pretendard" pitchFamily="34" charset="-120"/>
              </a:defRPr>
            </a:lvl1pPr>
          </a:lstStyle>
          <a:p>
            <a:pPr marL="0" indent="0" algn="l">
              <a:buNone/>
            </a:pPr>
            <a:endParaRPr lang="en-US" sz="1800" dirty="0"/>
          </a:p>
        </p:txBody>
      </p:sp>
      <p:sp>
        <p:nvSpPr>
          <p:cNvPr id="3" name="Text 0"/>
          <p:cNvSpPr>
            <a:spLocks noGrp="1"/>
          </p:cNvSpPr>
          <p:nvPr>
            <p:ph type="title" idx="101" hasCustomPrompt="1"/>
          </p:nvPr>
        </p:nvSpPr>
        <p:spPr>
          <a:xfrm>
            <a:off x="950976" y="1152144"/>
            <a:ext cx="12435840" cy="713232"/>
          </a:xfrm>
          <a:prstGeom prst="rect">
            <a:avLst/>
          </a:prstGeom>
          <a:noFill/>
          <a:ln/>
        </p:spPr>
        <p:txBody>
          <a:bodyPr wrap="square" rtlCol="0"/>
          <a:lstStyle>
            <a:lvl1pPr marL="0" indent="0" algn="l">
              <a:buNone/>
              <a:defRPr lang="en-US" sz="3800" b="1" dirty="0">
                <a:solidFill>
                  <a:srgbClr val="6A7E74"/>
                </a:solidFill>
                <a:latin typeface="Pretendard" pitchFamily="34" charset="0"/>
                <a:ea typeface="Pretendard" pitchFamily="34" charset="-122"/>
                <a:cs typeface="Pretendard" pitchFamily="34" charset="-120"/>
              </a:defRPr>
            </a:lvl1pPr>
          </a:lstStyle>
          <a:p>
            <a:pPr marL="0" indent="0" algn="l">
              <a:buNone/>
            </a:pPr>
            <a:endParaRPr lang="en-US" sz="3800" dirty="0"/>
          </a:p>
        </p:txBody>
      </p:sp>
      <p:sp>
        <p:nvSpPr>
          <p:cNvPr id="4" name="Shape 0"/>
          <p:cNvSpPr/>
          <p:nvPr/>
        </p:nvSpPr>
        <p:spPr>
          <a:xfrm>
            <a:off x="950976" y="2121408"/>
            <a:ext cx="16386048" cy="0"/>
          </a:xfrm>
          <a:prstGeom prst="line">
            <a:avLst/>
          </a:prstGeom>
          <a:noFill/>
          <a:ln w="9525">
            <a:solidFill>
              <a:srgbClr val="CDC5B9"/>
            </a:solidFill>
            <a:prstDash val="solid"/>
          </a:ln>
        </p:spPr>
      </p:sp>
      <p:sp>
        <p:nvSpPr>
          <p:cNvPr id="5" name="Text 1"/>
          <p:cNvSpPr txBox="1"/>
          <p:nvPr/>
        </p:nvSpPr>
        <p:spPr>
          <a:xfrm>
            <a:off x="12435840" y="1444752"/>
            <a:ext cx="4901184" cy="329184"/>
          </a:xfrm>
          <a:prstGeom prst="rect">
            <a:avLst/>
          </a:prstGeom>
          <a:noFill/>
          <a:ln/>
        </p:spPr>
        <p:txBody>
          <a:bodyPr wrap="square" lIns="0" tIns="0" rIns="0" bIns="0" rtlCol="0" anchor="ctr"/>
          <a:lstStyle/>
          <a:p>
            <a:pPr marL="0" indent="0" algn="r">
              <a:buNone/>
            </a:pPr>
            <a:r>
              <a:rPr lang="en-US" sz="1400" dirty="0">
                <a:solidFill>
                  <a:srgbClr val="444444"/>
                </a:solidFill>
                <a:latin typeface="Pretendard" pitchFamily="34" charset="0"/>
                <a:ea typeface="Pretendard" pitchFamily="34" charset="-122"/>
                <a:cs typeface="Pretendard" pitchFamily="34" charset="-120"/>
              </a:rPr>
              <a:t>Piano Hand Simulator</a:t>
            </a:r>
            <a:endParaRPr lang="en-US" sz="1400" dirty="0"/>
          </a:p>
        </p:txBody>
      </p:sp>
      <p:sp>
        <p:nvSpPr>
          <p:cNvPr id="25" name="Slide Number Placeholder 0"/>
          <p:cNvSpPr>
            <a:spLocks noGrp="1"/>
          </p:cNvSpPr>
          <p:nvPr>
            <p:ph type="sldNum" sz="quarter" idx="4294967295"/>
          </p:nvPr>
        </p:nvSpPr>
        <p:spPr>
          <a:xfrm>
            <a:off x="16733520" y="9582912"/>
            <a:ext cx="603504"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CDC5B9"/>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6733520" y="9582912"/>
            <a:ext cx="603504"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CDC5B9"/>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5.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_1"/>
          <p:cNvSpPr txBox="1"/>
          <p:nvPr/>
        </p:nvSpPr>
        <p:spPr>
          <a:xfrm>
            <a:off x="0" y="1371600"/>
            <a:ext cx="18288000" cy="384048"/>
          </a:xfrm>
          <a:prstGeom prst="rect">
            <a:avLst/>
          </a:prstGeom>
          <a:noFill/>
          <a:ln/>
        </p:spPr>
        <p:txBody>
          <a:bodyPr wrap="square" lIns="0" tIns="0" rIns="0" bIns="0" rtlCol="0" anchor="ctr"/>
          <a:lstStyle/>
          <a:p>
            <a:pPr marL="0" indent="0" algn="ctr">
              <a:buNone/>
            </a:pPr>
            <a:r>
              <a:rPr lang="en-US" sz="1700" kern="0" spc="100" dirty="0">
                <a:solidFill>
                  <a:srgbClr val="BACCC3"/>
                </a:solidFill>
                <a:latin typeface="Pretendard" pitchFamily="34" charset="0"/>
                <a:ea typeface="Pretendard" pitchFamily="34" charset="-122"/>
                <a:cs typeface="Pretendard" pitchFamily="34" charset="-120"/>
              </a:rPr>
              <a:t>졸업프로젝트[3201] 2팀</a:t>
            </a:r>
            <a:endParaRPr lang="en-US" sz="1700" dirty="0"/>
          </a:p>
        </p:txBody>
      </p:sp>
      <p:sp>
        <p:nvSpPr>
          <p:cNvPr id="3" name="t_2"/>
          <p:cNvSpPr txBox="1"/>
          <p:nvPr/>
        </p:nvSpPr>
        <p:spPr>
          <a:xfrm>
            <a:off x="0" y="2029968"/>
            <a:ext cx="18288000" cy="841248"/>
          </a:xfrm>
          <a:prstGeom prst="rect">
            <a:avLst/>
          </a:prstGeom>
          <a:noFill/>
          <a:ln/>
        </p:spPr>
        <p:txBody>
          <a:bodyPr wrap="square" lIns="0" tIns="0" rIns="0" bIns="0" rtlCol="0" anchor="ctr"/>
          <a:lstStyle/>
          <a:p>
            <a:pPr marL="0" indent="0" algn="ctr">
              <a:buNone/>
            </a:pPr>
            <a:r>
              <a:rPr lang="en-US" sz="3600" kern="0" spc="200" dirty="0">
                <a:solidFill>
                  <a:srgbClr val="6A7E74"/>
                </a:solidFill>
                <a:latin typeface="Pretendard" pitchFamily="34" charset="0"/>
                <a:ea typeface="Pretendard" pitchFamily="34" charset="-122"/>
                <a:cs typeface="Pretendard" pitchFamily="34" charset="-120"/>
              </a:rPr>
              <a:t>IK와 Skinning을 통한</a:t>
            </a:r>
            <a:endParaRPr lang="en-US" sz="3600" dirty="0"/>
          </a:p>
        </p:txBody>
      </p:sp>
      <p:sp>
        <p:nvSpPr>
          <p:cNvPr id="4" name="hl_3"/>
          <p:cNvSpPr/>
          <p:nvPr/>
        </p:nvSpPr>
        <p:spPr>
          <a:xfrm>
            <a:off x="5577840" y="2944368"/>
            <a:ext cx="7132320" cy="0"/>
          </a:xfrm>
          <a:prstGeom prst="line">
            <a:avLst/>
          </a:prstGeom>
          <a:noFill/>
          <a:ln w="9525">
            <a:solidFill>
              <a:srgbClr val="CDC5B9"/>
            </a:solidFill>
            <a:prstDash val="solid"/>
          </a:ln>
        </p:spPr>
        <p:txBody>
          <a:bodyPr/>
          <a:lstStyle/>
          <a:p>
            <a:endParaRPr lang="ko-KR" altLang="en-US"/>
          </a:p>
        </p:txBody>
      </p:sp>
      <p:sp>
        <p:nvSpPr>
          <p:cNvPr id="5" name="t_4"/>
          <p:cNvSpPr txBox="1"/>
          <p:nvPr/>
        </p:nvSpPr>
        <p:spPr>
          <a:xfrm>
            <a:off x="0" y="3054096"/>
            <a:ext cx="18288000" cy="1152144"/>
          </a:xfrm>
          <a:prstGeom prst="rect">
            <a:avLst/>
          </a:prstGeom>
          <a:noFill/>
          <a:ln/>
        </p:spPr>
        <p:txBody>
          <a:bodyPr wrap="square" lIns="0" tIns="0" rIns="0" bIns="0" rtlCol="0" anchor="ctr"/>
          <a:lstStyle/>
          <a:p>
            <a:pPr marL="0" indent="0" algn="ctr">
              <a:buNone/>
            </a:pPr>
            <a:r>
              <a:rPr lang="en-US" sz="6000" b="1" kern="0" spc="100" dirty="0">
                <a:solidFill>
                  <a:srgbClr val="6A7E74"/>
                </a:solidFill>
                <a:latin typeface="Pretendard" pitchFamily="34" charset="0"/>
                <a:ea typeface="Pretendard" pitchFamily="34" charset="-122"/>
                <a:cs typeface="Pretendard" pitchFamily="34" charset="-120"/>
              </a:rPr>
              <a:t>Piano Hand Simulator</a:t>
            </a:r>
            <a:endParaRPr lang="en-US" sz="6000" dirty="0"/>
          </a:p>
        </p:txBody>
      </p:sp>
      <p:sp>
        <p:nvSpPr>
          <p:cNvPr id="6" name="pill_5"/>
          <p:cNvSpPr/>
          <p:nvPr/>
        </p:nvSpPr>
        <p:spPr>
          <a:xfrm>
            <a:off x="6309360" y="4443984"/>
            <a:ext cx="5669280" cy="658368"/>
          </a:xfrm>
          <a:prstGeom prst="roundRect">
            <a:avLst>
              <a:gd name="adj" fmla="val 50000"/>
            </a:avLst>
          </a:prstGeom>
          <a:solidFill>
            <a:srgbClr val="E4DFD8"/>
          </a:solidFill>
          <a:ln/>
        </p:spPr>
        <p:txBody>
          <a:bodyPr/>
          <a:lstStyle/>
          <a:p>
            <a:endParaRPr lang="ko-KR" altLang="en-US"/>
          </a:p>
        </p:txBody>
      </p:sp>
      <p:sp>
        <p:nvSpPr>
          <p:cNvPr id="7" name="t_6"/>
          <p:cNvSpPr txBox="1"/>
          <p:nvPr/>
        </p:nvSpPr>
        <p:spPr>
          <a:xfrm>
            <a:off x="6309360" y="4443984"/>
            <a:ext cx="5669280" cy="658368"/>
          </a:xfrm>
          <a:prstGeom prst="rect">
            <a:avLst/>
          </a:prstGeom>
          <a:noFill/>
          <a:ln/>
        </p:spPr>
        <p:txBody>
          <a:bodyPr wrap="square" lIns="0" tIns="0" rIns="0" bIns="0" rtlCol="0" anchor="ctr"/>
          <a:lstStyle/>
          <a:p>
            <a:pPr marL="0" indent="0" algn="ctr">
              <a:buNone/>
            </a:pPr>
            <a:r>
              <a:rPr lang="en-US" sz="1500" dirty="0">
                <a:solidFill>
                  <a:srgbClr val="444444"/>
                </a:solidFill>
                <a:latin typeface="Pretendard" pitchFamily="34" charset="0"/>
                <a:ea typeface="Pretendard" pitchFamily="34" charset="-122"/>
                <a:cs typeface="Pretendard" pitchFamily="34" charset="-120"/>
              </a:rPr>
              <a:t>2차 중간발표  ·  2026. 10. 30  ·  지도교수 김형석</a:t>
            </a:r>
            <a:endParaRPr lang="en-US" sz="1500" dirty="0"/>
          </a:p>
        </p:txBody>
      </p:sp>
      <p:sp>
        <p:nvSpPr>
          <p:cNvPr id="8" name="hl_7"/>
          <p:cNvSpPr/>
          <p:nvPr/>
        </p:nvSpPr>
        <p:spPr>
          <a:xfrm>
            <a:off x="2423160" y="5486400"/>
            <a:ext cx="3017520" cy="0"/>
          </a:xfrm>
          <a:prstGeom prst="line">
            <a:avLst/>
          </a:prstGeom>
          <a:noFill/>
          <a:ln w="9525">
            <a:solidFill>
              <a:srgbClr val="CDC5B9"/>
            </a:solidFill>
            <a:prstDash val="solid"/>
          </a:ln>
        </p:spPr>
        <p:txBody>
          <a:bodyPr/>
          <a:lstStyle/>
          <a:p>
            <a:endParaRPr lang="ko-KR" altLang="en-US"/>
          </a:p>
        </p:txBody>
      </p:sp>
      <p:sp>
        <p:nvSpPr>
          <p:cNvPr id="9" name="t_8"/>
          <p:cNvSpPr txBox="1"/>
          <p:nvPr/>
        </p:nvSpPr>
        <p:spPr>
          <a:xfrm>
            <a:off x="2423160" y="5614416"/>
            <a:ext cx="3017520" cy="365760"/>
          </a:xfrm>
          <a:prstGeom prst="rect">
            <a:avLst/>
          </a:prstGeom>
          <a:noFill/>
          <a:ln/>
        </p:spPr>
        <p:txBody>
          <a:bodyPr wrap="square" lIns="0" tIns="0" rIns="0" bIns="0" rtlCol="0" anchor="ctr"/>
          <a:lstStyle/>
          <a:p>
            <a:pPr marL="0" indent="0" algn="ctr">
              <a:buNone/>
            </a:pPr>
            <a:r>
              <a:rPr lang="en-US" sz="1700" b="1" dirty="0">
                <a:solidFill>
                  <a:srgbClr val="466456"/>
                </a:solidFill>
                <a:latin typeface="Pretendard" pitchFamily="34" charset="0"/>
                <a:ea typeface="Pretendard" pitchFamily="34" charset="-122"/>
                <a:cs typeface="Pretendard" pitchFamily="34" charset="-120"/>
              </a:rPr>
              <a:t>정근녕</a:t>
            </a:r>
            <a:endParaRPr lang="en-US" sz="1700" dirty="0"/>
          </a:p>
        </p:txBody>
      </p:sp>
      <p:sp>
        <p:nvSpPr>
          <p:cNvPr id="10" name="t_9"/>
          <p:cNvSpPr txBox="1"/>
          <p:nvPr/>
        </p:nvSpPr>
        <p:spPr>
          <a:xfrm>
            <a:off x="2423160" y="5998464"/>
            <a:ext cx="3017520" cy="329184"/>
          </a:xfrm>
          <a:prstGeom prst="rect">
            <a:avLst/>
          </a:prstGeom>
          <a:noFill/>
          <a:ln/>
        </p:spPr>
        <p:txBody>
          <a:bodyPr wrap="square" lIns="0" tIns="0" rIns="0" bIns="0" rtlCol="0" anchor="ctr"/>
          <a:lstStyle/>
          <a:p>
            <a:pPr marL="0" indent="0" algn="ctr">
              <a:buNone/>
            </a:pPr>
            <a:r>
              <a:rPr lang="en-US" sz="1300" dirty="0" err="1">
                <a:solidFill>
                  <a:srgbClr val="444444"/>
                </a:solidFill>
                <a:latin typeface="Pretendard" pitchFamily="34" charset="0"/>
                <a:ea typeface="Pretendard" pitchFamily="34" charset="-122"/>
                <a:cs typeface="Pretendard" pitchFamily="34" charset="-120"/>
              </a:rPr>
              <a:t>운지법</a:t>
            </a:r>
            <a:endParaRPr lang="en-US" sz="1300" dirty="0"/>
          </a:p>
        </p:txBody>
      </p:sp>
      <p:sp>
        <p:nvSpPr>
          <p:cNvPr id="11" name="hl_10"/>
          <p:cNvSpPr/>
          <p:nvPr/>
        </p:nvSpPr>
        <p:spPr>
          <a:xfrm>
            <a:off x="5897880" y="5486400"/>
            <a:ext cx="3017520" cy="0"/>
          </a:xfrm>
          <a:prstGeom prst="line">
            <a:avLst/>
          </a:prstGeom>
          <a:noFill/>
          <a:ln w="9525">
            <a:solidFill>
              <a:srgbClr val="CDC5B9"/>
            </a:solidFill>
            <a:prstDash val="solid"/>
          </a:ln>
        </p:spPr>
        <p:txBody>
          <a:bodyPr/>
          <a:lstStyle/>
          <a:p>
            <a:endParaRPr lang="ko-KR" altLang="en-US"/>
          </a:p>
        </p:txBody>
      </p:sp>
      <p:sp>
        <p:nvSpPr>
          <p:cNvPr id="12" name="t_11"/>
          <p:cNvSpPr txBox="1"/>
          <p:nvPr/>
        </p:nvSpPr>
        <p:spPr>
          <a:xfrm>
            <a:off x="5897880" y="5614416"/>
            <a:ext cx="3017520" cy="365760"/>
          </a:xfrm>
          <a:prstGeom prst="rect">
            <a:avLst/>
          </a:prstGeom>
          <a:noFill/>
          <a:ln/>
        </p:spPr>
        <p:txBody>
          <a:bodyPr wrap="square" lIns="0" tIns="0" rIns="0" bIns="0" rtlCol="0" anchor="ctr"/>
          <a:lstStyle/>
          <a:p>
            <a:pPr marL="0" indent="0" algn="ctr">
              <a:buNone/>
            </a:pPr>
            <a:r>
              <a:rPr lang="en-US" sz="1700" b="1" dirty="0">
                <a:solidFill>
                  <a:srgbClr val="466456"/>
                </a:solidFill>
                <a:latin typeface="Pretendard" pitchFamily="34" charset="0"/>
                <a:ea typeface="Pretendard" pitchFamily="34" charset="-122"/>
                <a:cs typeface="Pretendard" pitchFamily="34" charset="-120"/>
              </a:rPr>
              <a:t>한승현</a:t>
            </a:r>
            <a:endParaRPr lang="en-US" sz="1700" dirty="0"/>
          </a:p>
        </p:txBody>
      </p:sp>
      <p:sp>
        <p:nvSpPr>
          <p:cNvPr id="13" name="t_12"/>
          <p:cNvSpPr txBox="1"/>
          <p:nvPr/>
        </p:nvSpPr>
        <p:spPr>
          <a:xfrm>
            <a:off x="5897880" y="5998464"/>
            <a:ext cx="3017520" cy="329184"/>
          </a:xfrm>
          <a:prstGeom prst="rect">
            <a:avLst/>
          </a:prstGeom>
          <a:noFill/>
          <a:ln/>
        </p:spPr>
        <p:txBody>
          <a:bodyPr wrap="square" lIns="0" tIns="0" rIns="0" bIns="0" rtlCol="0" anchor="ctr"/>
          <a:lstStyle/>
          <a:p>
            <a:pPr marL="0" indent="0" algn="ctr">
              <a:buNone/>
            </a:pPr>
            <a:r>
              <a:rPr lang="en-US" sz="1300" dirty="0">
                <a:solidFill>
                  <a:srgbClr val="444444"/>
                </a:solidFill>
                <a:latin typeface="Pretendard" pitchFamily="34" charset="0"/>
                <a:ea typeface="Pretendard" pitchFamily="34" charset="-122"/>
                <a:cs typeface="Pretendard" pitchFamily="34" charset="-120"/>
              </a:rPr>
              <a:t>역운동학 (IK)</a:t>
            </a:r>
            <a:endParaRPr lang="en-US" sz="1300" dirty="0"/>
          </a:p>
        </p:txBody>
      </p:sp>
      <p:sp>
        <p:nvSpPr>
          <p:cNvPr id="14" name="hl_13"/>
          <p:cNvSpPr/>
          <p:nvPr/>
        </p:nvSpPr>
        <p:spPr>
          <a:xfrm>
            <a:off x="9372600" y="5486400"/>
            <a:ext cx="3017520" cy="0"/>
          </a:xfrm>
          <a:prstGeom prst="line">
            <a:avLst/>
          </a:prstGeom>
          <a:noFill/>
          <a:ln w="9525">
            <a:solidFill>
              <a:srgbClr val="CDC5B9"/>
            </a:solidFill>
            <a:prstDash val="solid"/>
          </a:ln>
        </p:spPr>
        <p:txBody>
          <a:bodyPr/>
          <a:lstStyle/>
          <a:p>
            <a:endParaRPr lang="ko-KR" altLang="en-US"/>
          </a:p>
        </p:txBody>
      </p:sp>
      <p:sp>
        <p:nvSpPr>
          <p:cNvPr id="15" name="t_14"/>
          <p:cNvSpPr txBox="1"/>
          <p:nvPr/>
        </p:nvSpPr>
        <p:spPr>
          <a:xfrm>
            <a:off x="9372600" y="5614416"/>
            <a:ext cx="3017520" cy="365760"/>
          </a:xfrm>
          <a:prstGeom prst="rect">
            <a:avLst/>
          </a:prstGeom>
          <a:noFill/>
          <a:ln/>
        </p:spPr>
        <p:txBody>
          <a:bodyPr wrap="square" lIns="0" tIns="0" rIns="0" bIns="0" rtlCol="0" anchor="ctr"/>
          <a:lstStyle/>
          <a:p>
            <a:pPr marL="0" indent="0" algn="ctr">
              <a:buNone/>
            </a:pPr>
            <a:r>
              <a:rPr lang="en-US" sz="1700" b="1" dirty="0">
                <a:solidFill>
                  <a:srgbClr val="466456"/>
                </a:solidFill>
                <a:latin typeface="Pretendard" pitchFamily="34" charset="0"/>
                <a:ea typeface="Pretendard" pitchFamily="34" charset="-122"/>
                <a:cs typeface="Pretendard" pitchFamily="34" charset="-120"/>
              </a:rPr>
              <a:t>이수민</a:t>
            </a:r>
            <a:endParaRPr lang="en-US" sz="1700" dirty="0"/>
          </a:p>
        </p:txBody>
      </p:sp>
      <p:sp>
        <p:nvSpPr>
          <p:cNvPr id="16" name="t_15"/>
          <p:cNvSpPr txBox="1"/>
          <p:nvPr/>
        </p:nvSpPr>
        <p:spPr>
          <a:xfrm>
            <a:off x="9372600" y="5998464"/>
            <a:ext cx="3017520" cy="329184"/>
          </a:xfrm>
          <a:prstGeom prst="rect">
            <a:avLst/>
          </a:prstGeom>
          <a:noFill/>
          <a:ln/>
        </p:spPr>
        <p:txBody>
          <a:bodyPr wrap="square" lIns="0" tIns="0" rIns="0" bIns="0" rtlCol="0" anchor="ctr"/>
          <a:lstStyle/>
          <a:p>
            <a:pPr marL="0" indent="0" algn="ctr">
              <a:buNone/>
            </a:pPr>
            <a:r>
              <a:rPr lang="en-US" sz="1300" dirty="0">
                <a:solidFill>
                  <a:srgbClr val="444444"/>
                </a:solidFill>
                <a:latin typeface="Pretendard" pitchFamily="34" charset="0"/>
                <a:ea typeface="Pretendard" pitchFamily="34" charset="-122"/>
                <a:cs typeface="Pretendard" pitchFamily="34" charset="-120"/>
              </a:rPr>
              <a:t>GPU 스키닝</a:t>
            </a:r>
            <a:endParaRPr lang="en-US" sz="1300" dirty="0"/>
          </a:p>
        </p:txBody>
      </p:sp>
      <p:sp>
        <p:nvSpPr>
          <p:cNvPr id="17" name="hl_16"/>
          <p:cNvSpPr/>
          <p:nvPr/>
        </p:nvSpPr>
        <p:spPr>
          <a:xfrm>
            <a:off x="12847320" y="5486400"/>
            <a:ext cx="3017520" cy="0"/>
          </a:xfrm>
          <a:prstGeom prst="line">
            <a:avLst/>
          </a:prstGeom>
          <a:noFill/>
          <a:ln w="9525">
            <a:solidFill>
              <a:srgbClr val="CDC5B9"/>
            </a:solidFill>
            <a:prstDash val="solid"/>
          </a:ln>
        </p:spPr>
        <p:txBody>
          <a:bodyPr/>
          <a:lstStyle/>
          <a:p>
            <a:endParaRPr lang="ko-KR" altLang="en-US"/>
          </a:p>
        </p:txBody>
      </p:sp>
      <p:sp>
        <p:nvSpPr>
          <p:cNvPr id="18" name="t_17"/>
          <p:cNvSpPr txBox="1"/>
          <p:nvPr/>
        </p:nvSpPr>
        <p:spPr>
          <a:xfrm>
            <a:off x="12847320" y="5614416"/>
            <a:ext cx="3017520" cy="365760"/>
          </a:xfrm>
          <a:prstGeom prst="rect">
            <a:avLst/>
          </a:prstGeom>
          <a:noFill/>
          <a:ln/>
        </p:spPr>
        <p:txBody>
          <a:bodyPr wrap="square" lIns="0" tIns="0" rIns="0" bIns="0" rtlCol="0" anchor="ctr"/>
          <a:lstStyle/>
          <a:p>
            <a:pPr marL="0" indent="0" algn="ctr">
              <a:buNone/>
            </a:pPr>
            <a:r>
              <a:rPr lang="en-US" sz="1700" b="1" dirty="0">
                <a:solidFill>
                  <a:srgbClr val="466456"/>
                </a:solidFill>
                <a:latin typeface="Pretendard" pitchFamily="34" charset="0"/>
                <a:ea typeface="Pretendard" pitchFamily="34" charset="-122"/>
                <a:cs typeface="Pretendard" pitchFamily="34" charset="-120"/>
              </a:rPr>
              <a:t>곽경민</a:t>
            </a:r>
            <a:endParaRPr lang="en-US" sz="1700" dirty="0"/>
          </a:p>
        </p:txBody>
      </p:sp>
      <p:sp>
        <p:nvSpPr>
          <p:cNvPr id="19" name="t_18"/>
          <p:cNvSpPr txBox="1"/>
          <p:nvPr/>
        </p:nvSpPr>
        <p:spPr>
          <a:xfrm>
            <a:off x="12847320" y="5998464"/>
            <a:ext cx="3017520" cy="329184"/>
          </a:xfrm>
          <a:prstGeom prst="rect">
            <a:avLst/>
          </a:prstGeom>
          <a:noFill/>
          <a:ln/>
        </p:spPr>
        <p:txBody>
          <a:bodyPr wrap="square" lIns="0" tIns="0" rIns="0" bIns="0" rtlCol="0" anchor="ctr"/>
          <a:lstStyle/>
          <a:p>
            <a:pPr marL="0" indent="0" algn="ctr">
              <a:buNone/>
            </a:pPr>
            <a:r>
              <a:rPr lang="en-US" sz="1300" dirty="0">
                <a:solidFill>
                  <a:srgbClr val="444444"/>
                </a:solidFill>
                <a:latin typeface="Pretendard" pitchFamily="34" charset="0"/>
                <a:ea typeface="Pretendard" pitchFamily="34" charset="-122"/>
                <a:cs typeface="Pretendard" pitchFamily="34" charset="-120"/>
              </a:rPr>
              <a:t>Chaos Flesh</a:t>
            </a:r>
            <a:endParaRPr lang="en-US" sz="1300" dirty="0"/>
          </a:p>
        </p:txBody>
      </p:sp>
      <p:pic>
        <p:nvPicPr>
          <p:cNvPr id="20" name="cover_hands" descr="C:\Users\JEONG_N_G_PC\AppData\Local\Temp\claude\D--Git-PianoHandSimulator\6f3d9562-c739-4e48-96d6-5ec586ac821c\scratchpad\img/lt_cover_hands.png"/>
          <p:cNvPicPr>
            <a:picLocks noChangeAspect="1"/>
          </p:cNvPicPr>
          <p:nvPr/>
        </p:nvPicPr>
        <p:blipFill>
          <a:blip r:embed="rId3"/>
          <a:srcRect/>
          <a:stretch/>
        </p:blipFill>
        <p:spPr>
          <a:xfrm>
            <a:off x="-154548" y="6903081"/>
            <a:ext cx="7025785" cy="3485661"/>
          </a:xfrm>
          <a:prstGeom prst="rect">
            <a:avLst/>
          </a:prstGeom>
          <a:effectLst>
            <a:softEdge rad="63500"/>
          </a:effectLst>
        </p:spPr>
      </p:pic>
      <p:pic>
        <p:nvPicPr>
          <p:cNvPr id="21" name="cover_fade" descr="C:\Users\JEONG_N_G_PC\AppData\Local\Temp\claude\D--Git-PianoHandSimulator\6f3d9562-c739-4e48-96d6-5ec586ac821c\scratchpad\img/lt_fade_down.png"/>
          <p:cNvPicPr>
            <a:picLocks noChangeAspect="1"/>
          </p:cNvPicPr>
          <p:nvPr/>
        </p:nvPicPr>
        <p:blipFill>
          <a:blip r:embed="rId4"/>
          <a:stretch>
            <a:fillRect/>
          </a:stretch>
        </p:blipFill>
        <p:spPr>
          <a:xfrm>
            <a:off x="0" y="6448581"/>
            <a:ext cx="18288000" cy="11887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vb_19"/>
          <p:cNvSpPr/>
          <p:nvPr/>
        </p:nvSpPr>
        <p:spPr>
          <a:xfrm>
            <a:off x="1828800" y="3749040"/>
            <a:ext cx="68580" cy="914400"/>
          </a:xfrm>
          <a:prstGeom prst="rect">
            <a:avLst/>
          </a:prstGeom>
          <a:solidFill>
            <a:srgbClr val="BACCC3"/>
          </a:solidFill>
          <a:ln/>
        </p:spPr>
        <p:txBody>
          <a:bodyPr/>
          <a:lstStyle/>
          <a:p>
            <a:endParaRPr lang="ko-KR" altLang="en-US"/>
          </a:p>
        </p:txBody>
      </p:sp>
      <p:sp>
        <p:nvSpPr>
          <p:cNvPr id="3" name="t_20"/>
          <p:cNvSpPr txBox="1"/>
          <p:nvPr/>
        </p:nvSpPr>
        <p:spPr>
          <a:xfrm>
            <a:off x="2139696" y="3712464"/>
            <a:ext cx="4572000" cy="987552"/>
          </a:xfrm>
          <a:prstGeom prst="rect">
            <a:avLst/>
          </a:prstGeom>
          <a:noFill/>
          <a:ln/>
        </p:spPr>
        <p:txBody>
          <a:bodyPr wrap="square" lIns="0" tIns="0" rIns="0" bIns="0" rtlCol="0" anchor="ctr"/>
          <a:lstStyle/>
          <a:p>
            <a:pPr marL="0" indent="0">
              <a:buNone/>
            </a:pPr>
            <a:r>
              <a:rPr lang="en-US" sz="5000" kern="0" spc="300" dirty="0">
                <a:solidFill>
                  <a:srgbClr val="6A7E74"/>
                </a:solidFill>
                <a:latin typeface="Pretendard" pitchFamily="34" charset="0"/>
                <a:ea typeface="Pretendard" pitchFamily="34" charset="-122"/>
                <a:cs typeface="Pretendard" pitchFamily="34" charset="-120"/>
              </a:rPr>
              <a:t>목차</a:t>
            </a:r>
            <a:endParaRPr lang="en-US" sz="5000" dirty="0"/>
          </a:p>
        </p:txBody>
      </p:sp>
      <p:sp>
        <p:nvSpPr>
          <p:cNvPr id="4" name="t_21"/>
          <p:cNvSpPr txBox="1"/>
          <p:nvPr/>
        </p:nvSpPr>
        <p:spPr>
          <a:xfrm>
            <a:off x="2157984" y="4846320"/>
            <a:ext cx="4572000" cy="365760"/>
          </a:xfrm>
          <a:prstGeom prst="rect">
            <a:avLst/>
          </a:prstGeom>
          <a:noFill/>
          <a:ln/>
        </p:spPr>
        <p:txBody>
          <a:bodyPr wrap="square" lIns="0" tIns="0" rIns="0" bIns="0" rtlCol="0" anchor="ctr"/>
          <a:lstStyle/>
          <a:p>
            <a:pPr marL="0" indent="0">
              <a:buNone/>
            </a:pPr>
            <a:r>
              <a:rPr lang="en-US" sz="1500" kern="0" spc="200" dirty="0">
                <a:solidFill>
                  <a:srgbClr val="BACCC3"/>
                </a:solidFill>
                <a:latin typeface="Pretendard" pitchFamily="34" charset="0"/>
                <a:ea typeface="Pretendard" pitchFamily="34" charset="-122"/>
                <a:cs typeface="Pretendard" pitchFamily="34" charset="-120"/>
              </a:rPr>
              <a:t>CONTENTS</a:t>
            </a:r>
            <a:endParaRPr lang="en-US" sz="1500" dirty="0"/>
          </a:p>
        </p:txBody>
      </p:sp>
      <p:sp>
        <p:nvSpPr>
          <p:cNvPr id="5" name="hl_22"/>
          <p:cNvSpPr/>
          <p:nvPr/>
        </p:nvSpPr>
        <p:spPr>
          <a:xfrm>
            <a:off x="8229600" y="2157984"/>
            <a:ext cx="9107424" cy="0"/>
          </a:xfrm>
          <a:prstGeom prst="line">
            <a:avLst/>
          </a:prstGeom>
          <a:noFill/>
          <a:ln w="9525">
            <a:solidFill>
              <a:srgbClr val="CDC5B9"/>
            </a:solidFill>
            <a:prstDash val="solid"/>
          </a:ln>
        </p:spPr>
        <p:txBody>
          <a:bodyPr/>
          <a:lstStyle/>
          <a:p>
            <a:endParaRPr lang="ko-KR" altLang="en-US"/>
          </a:p>
        </p:txBody>
      </p:sp>
      <p:sp>
        <p:nvSpPr>
          <p:cNvPr id="6" name="t_23"/>
          <p:cNvSpPr txBox="1"/>
          <p:nvPr/>
        </p:nvSpPr>
        <p:spPr>
          <a:xfrm>
            <a:off x="8229600" y="2304288"/>
            <a:ext cx="1737360" cy="713232"/>
          </a:xfrm>
          <a:prstGeom prst="rect">
            <a:avLst/>
          </a:prstGeom>
          <a:noFill/>
          <a:ln/>
        </p:spPr>
        <p:txBody>
          <a:bodyPr wrap="square" lIns="0" tIns="0" rIns="0" bIns="0" rtlCol="0" anchor="ctr"/>
          <a:lstStyle/>
          <a:p>
            <a:pPr marL="0" indent="0">
              <a:buNone/>
            </a:pPr>
            <a:r>
              <a:rPr lang="en-US" sz="1350" dirty="0">
                <a:solidFill>
                  <a:srgbClr val="BACCC3"/>
                </a:solidFill>
                <a:latin typeface="Pretendard" pitchFamily="34" charset="0"/>
                <a:ea typeface="Pretendard" pitchFamily="34" charset="-122"/>
                <a:cs typeface="Pretendard" pitchFamily="34" charset="-120"/>
              </a:rPr>
              <a:t>Chapter 1.</a:t>
            </a:r>
            <a:endParaRPr lang="en-US" sz="1350" dirty="0"/>
          </a:p>
        </p:txBody>
      </p:sp>
      <p:sp>
        <p:nvSpPr>
          <p:cNvPr id="7" name="t_24"/>
          <p:cNvSpPr txBox="1"/>
          <p:nvPr/>
        </p:nvSpPr>
        <p:spPr>
          <a:xfrm>
            <a:off x="10058400" y="2267712"/>
            <a:ext cx="7278624" cy="420624"/>
          </a:xfrm>
          <a:prstGeom prst="rect">
            <a:avLst/>
          </a:prstGeom>
          <a:noFill/>
          <a:ln/>
        </p:spPr>
        <p:txBody>
          <a:bodyPr wrap="square" lIns="0" tIns="0" rIns="0" bIns="0" rtlCol="0" anchor="ctr"/>
          <a:lstStyle/>
          <a:p>
            <a:pPr marL="0" indent="0">
              <a:buNone/>
            </a:pPr>
            <a:r>
              <a:rPr lang="en-US" sz="2100" b="1" dirty="0">
                <a:solidFill>
                  <a:srgbClr val="222222"/>
                </a:solidFill>
                <a:latin typeface="Pretendard" pitchFamily="34" charset="0"/>
                <a:ea typeface="Pretendard" pitchFamily="34" charset="-122"/>
                <a:cs typeface="Pretendard" pitchFamily="34" charset="-120"/>
              </a:rPr>
              <a:t>프로젝트 개요와 2학기 변화</a:t>
            </a:r>
            <a:endParaRPr lang="en-US" sz="2100" dirty="0"/>
          </a:p>
        </p:txBody>
      </p:sp>
      <p:sp>
        <p:nvSpPr>
          <p:cNvPr id="8" name="t_25"/>
          <p:cNvSpPr txBox="1"/>
          <p:nvPr/>
        </p:nvSpPr>
        <p:spPr>
          <a:xfrm>
            <a:off x="10058400" y="2688336"/>
            <a:ext cx="7278624" cy="329184"/>
          </a:xfrm>
          <a:prstGeom prst="rect">
            <a:avLst/>
          </a:prstGeom>
          <a:noFill/>
          <a:ln/>
        </p:spPr>
        <p:txBody>
          <a:bodyPr wrap="square" lIns="0" tIns="0" rIns="0" bIns="0" rtlCol="0" anchor="ctr"/>
          <a:lstStyle/>
          <a:p>
            <a:pPr marL="0" indent="0">
              <a:buNone/>
            </a:pPr>
            <a:r>
              <a:rPr lang="en-US" sz="1300" dirty="0">
                <a:solidFill>
                  <a:srgbClr val="444444"/>
                </a:solidFill>
                <a:latin typeface="Pretendard" pitchFamily="34" charset="0"/>
                <a:ea typeface="Pretendard" pitchFamily="34" charset="-122"/>
                <a:cs typeface="Pretendard" pitchFamily="34" charset="-120"/>
              </a:rPr>
              <a:t>무엇이 어떻게 달라졌는지</a:t>
            </a:r>
            <a:endParaRPr lang="en-US" sz="1300" dirty="0"/>
          </a:p>
        </p:txBody>
      </p:sp>
      <p:sp>
        <p:nvSpPr>
          <p:cNvPr id="9" name="hl_26"/>
          <p:cNvSpPr/>
          <p:nvPr/>
        </p:nvSpPr>
        <p:spPr>
          <a:xfrm>
            <a:off x="8229600" y="3145536"/>
            <a:ext cx="9107424" cy="0"/>
          </a:xfrm>
          <a:prstGeom prst="line">
            <a:avLst/>
          </a:prstGeom>
          <a:noFill/>
          <a:ln w="9525">
            <a:solidFill>
              <a:srgbClr val="CDC5B9"/>
            </a:solidFill>
            <a:prstDash val="solid"/>
          </a:ln>
        </p:spPr>
        <p:txBody>
          <a:bodyPr/>
          <a:lstStyle/>
          <a:p>
            <a:endParaRPr lang="ko-KR" altLang="en-US"/>
          </a:p>
        </p:txBody>
      </p:sp>
      <p:sp>
        <p:nvSpPr>
          <p:cNvPr id="10" name="t_27"/>
          <p:cNvSpPr txBox="1"/>
          <p:nvPr/>
        </p:nvSpPr>
        <p:spPr>
          <a:xfrm>
            <a:off x="8229600" y="3291840"/>
            <a:ext cx="1737360" cy="713232"/>
          </a:xfrm>
          <a:prstGeom prst="rect">
            <a:avLst/>
          </a:prstGeom>
          <a:noFill/>
          <a:ln/>
        </p:spPr>
        <p:txBody>
          <a:bodyPr wrap="square" lIns="0" tIns="0" rIns="0" bIns="0" rtlCol="0" anchor="ctr"/>
          <a:lstStyle/>
          <a:p>
            <a:pPr marL="0" indent="0">
              <a:buNone/>
            </a:pPr>
            <a:r>
              <a:rPr lang="en-US" sz="1350" dirty="0">
                <a:solidFill>
                  <a:srgbClr val="BACCC3"/>
                </a:solidFill>
                <a:latin typeface="Pretendard" pitchFamily="34" charset="0"/>
                <a:ea typeface="Pretendard" pitchFamily="34" charset="-122"/>
                <a:cs typeface="Pretendard" pitchFamily="34" charset="-120"/>
              </a:rPr>
              <a:t>Chapter 2.</a:t>
            </a:r>
            <a:endParaRPr lang="en-US" sz="1350" dirty="0"/>
          </a:p>
        </p:txBody>
      </p:sp>
      <p:sp>
        <p:nvSpPr>
          <p:cNvPr id="11" name="t_28"/>
          <p:cNvSpPr txBox="1"/>
          <p:nvPr/>
        </p:nvSpPr>
        <p:spPr>
          <a:xfrm>
            <a:off x="10058400" y="3255264"/>
            <a:ext cx="7278624" cy="420624"/>
          </a:xfrm>
          <a:prstGeom prst="rect">
            <a:avLst/>
          </a:prstGeom>
          <a:noFill/>
          <a:ln/>
        </p:spPr>
        <p:txBody>
          <a:bodyPr wrap="square" lIns="0" tIns="0" rIns="0" bIns="0" rtlCol="0" anchor="ctr"/>
          <a:lstStyle/>
          <a:p>
            <a:pPr marL="0" indent="0">
              <a:buNone/>
            </a:pPr>
            <a:r>
              <a:rPr lang="en-US" sz="2100" b="1" dirty="0">
                <a:solidFill>
                  <a:srgbClr val="222222"/>
                </a:solidFill>
                <a:latin typeface="Pretendard" pitchFamily="34" charset="0"/>
                <a:ea typeface="Pretendard" pitchFamily="34" charset="-122"/>
                <a:cs typeface="Pretendard" pitchFamily="34" charset="-120"/>
              </a:rPr>
              <a:t>운지법 결정 엔진</a:t>
            </a:r>
            <a:endParaRPr lang="en-US" sz="2100" dirty="0"/>
          </a:p>
        </p:txBody>
      </p:sp>
      <p:sp>
        <p:nvSpPr>
          <p:cNvPr id="12" name="t_29"/>
          <p:cNvSpPr txBox="1"/>
          <p:nvPr/>
        </p:nvSpPr>
        <p:spPr>
          <a:xfrm>
            <a:off x="10058400" y="3675888"/>
            <a:ext cx="7278624" cy="329184"/>
          </a:xfrm>
          <a:prstGeom prst="rect">
            <a:avLst/>
          </a:prstGeom>
          <a:noFill/>
          <a:ln/>
        </p:spPr>
        <p:txBody>
          <a:bodyPr wrap="square" lIns="0" tIns="0" rIns="0" bIns="0" rtlCol="0" anchor="ctr"/>
          <a:lstStyle/>
          <a:p>
            <a:pPr marL="0" indent="0">
              <a:buNone/>
            </a:pPr>
            <a:r>
              <a:rPr lang="en-US" sz="1300" dirty="0">
                <a:solidFill>
                  <a:srgbClr val="444444"/>
                </a:solidFill>
                <a:latin typeface="Pretendard" pitchFamily="34" charset="0"/>
                <a:ea typeface="Pretendard" pitchFamily="34" charset="-122"/>
                <a:cs typeface="Pretendard" pitchFamily="34" charset="-120"/>
              </a:rPr>
              <a:t>제약을 거는 단위를 바꾼 이야기 · 정근녕</a:t>
            </a:r>
            <a:endParaRPr lang="en-US" sz="1300" dirty="0"/>
          </a:p>
        </p:txBody>
      </p:sp>
      <p:sp>
        <p:nvSpPr>
          <p:cNvPr id="13" name="hl_30"/>
          <p:cNvSpPr/>
          <p:nvPr/>
        </p:nvSpPr>
        <p:spPr>
          <a:xfrm>
            <a:off x="8229600" y="4133088"/>
            <a:ext cx="9107424" cy="0"/>
          </a:xfrm>
          <a:prstGeom prst="line">
            <a:avLst/>
          </a:prstGeom>
          <a:noFill/>
          <a:ln w="9525">
            <a:solidFill>
              <a:srgbClr val="CDC5B9"/>
            </a:solidFill>
            <a:prstDash val="solid"/>
          </a:ln>
        </p:spPr>
        <p:txBody>
          <a:bodyPr/>
          <a:lstStyle/>
          <a:p>
            <a:endParaRPr lang="ko-KR" altLang="en-US"/>
          </a:p>
        </p:txBody>
      </p:sp>
      <p:sp>
        <p:nvSpPr>
          <p:cNvPr id="14" name="t_31"/>
          <p:cNvSpPr txBox="1"/>
          <p:nvPr/>
        </p:nvSpPr>
        <p:spPr>
          <a:xfrm>
            <a:off x="8229600" y="4279392"/>
            <a:ext cx="1737360" cy="713232"/>
          </a:xfrm>
          <a:prstGeom prst="rect">
            <a:avLst/>
          </a:prstGeom>
          <a:noFill/>
          <a:ln/>
        </p:spPr>
        <p:txBody>
          <a:bodyPr wrap="square" lIns="0" tIns="0" rIns="0" bIns="0" rtlCol="0" anchor="ctr"/>
          <a:lstStyle/>
          <a:p>
            <a:pPr marL="0" indent="0">
              <a:buNone/>
            </a:pPr>
            <a:r>
              <a:rPr lang="en-US" sz="1350" dirty="0">
                <a:solidFill>
                  <a:srgbClr val="BACCC3"/>
                </a:solidFill>
                <a:latin typeface="Pretendard" pitchFamily="34" charset="0"/>
                <a:ea typeface="Pretendard" pitchFamily="34" charset="-122"/>
                <a:cs typeface="Pretendard" pitchFamily="34" charset="-120"/>
              </a:rPr>
              <a:t>Chapter 3.</a:t>
            </a:r>
            <a:endParaRPr lang="en-US" sz="1350" dirty="0"/>
          </a:p>
        </p:txBody>
      </p:sp>
      <p:sp>
        <p:nvSpPr>
          <p:cNvPr id="15" name="t_32"/>
          <p:cNvSpPr txBox="1"/>
          <p:nvPr/>
        </p:nvSpPr>
        <p:spPr>
          <a:xfrm>
            <a:off x="10058400" y="4242816"/>
            <a:ext cx="7278624" cy="420624"/>
          </a:xfrm>
          <a:prstGeom prst="rect">
            <a:avLst/>
          </a:prstGeom>
          <a:noFill/>
          <a:ln/>
        </p:spPr>
        <p:txBody>
          <a:bodyPr wrap="square" lIns="0" tIns="0" rIns="0" bIns="0" rtlCol="0" anchor="ctr"/>
          <a:lstStyle/>
          <a:p>
            <a:pPr marL="0" indent="0">
              <a:buNone/>
            </a:pPr>
            <a:r>
              <a:rPr lang="en-US" sz="2100" b="1" dirty="0">
                <a:solidFill>
                  <a:srgbClr val="222222"/>
                </a:solidFill>
                <a:latin typeface="Pretendard" pitchFamily="34" charset="0"/>
                <a:ea typeface="Pretendard" pitchFamily="34" charset="-122"/>
                <a:cs typeface="Pretendard" pitchFamily="34" charset="-120"/>
              </a:rPr>
              <a:t>역운동학 (IK)</a:t>
            </a:r>
            <a:endParaRPr lang="en-US" sz="2100" dirty="0"/>
          </a:p>
        </p:txBody>
      </p:sp>
      <p:sp>
        <p:nvSpPr>
          <p:cNvPr id="16" name="t_33"/>
          <p:cNvSpPr txBox="1"/>
          <p:nvPr/>
        </p:nvSpPr>
        <p:spPr>
          <a:xfrm>
            <a:off x="10058400" y="4663440"/>
            <a:ext cx="7278624" cy="329184"/>
          </a:xfrm>
          <a:prstGeom prst="rect">
            <a:avLst/>
          </a:prstGeom>
          <a:noFill/>
          <a:ln/>
        </p:spPr>
        <p:txBody>
          <a:bodyPr wrap="square" lIns="0" tIns="0" rIns="0" bIns="0" rtlCol="0" anchor="ctr"/>
          <a:lstStyle/>
          <a:p>
            <a:pPr marL="0" indent="0">
              <a:buNone/>
            </a:pPr>
            <a:r>
              <a:rPr lang="en-US" sz="1300" dirty="0">
                <a:solidFill>
                  <a:srgbClr val="444444"/>
                </a:solidFill>
                <a:latin typeface="Pretendard" pitchFamily="34" charset="0"/>
                <a:ea typeface="Pretendard" pitchFamily="34" charset="-122"/>
                <a:cs typeface="Pretendard" pitchFamily="34" charset="-120"/>
              </a:rPr>
              <a:t>Weighted DLS와 건반 모델 연동 · 한승현</a:t>
            </a:r>
            <a:endParaRPr lang="en-US" sz="1300" dirty="0"/>
          </a:p>
        </p:txBody>
      </p:sp>
      <p:sp>
        <p:nvSpPr>
          <p:cNvPr id="17" name="hl_34"/>
          <p:cNvSpPr/>
          <p:nvPr/>
        </p:nvSpPr>
        <p:spPr>
          <a:xfrm>
            <a:off x="8229600" y="5120640"/>
            <a:ext cx="9107424" cy="0"/>
          </a:xfrm>
          <a:prstGeom prst="line">
            <a:avLst/>
          </a:prstGeom>
          <a:noFill/>
          <a:ln w="9525">
            <a:solidFill>
              <a:srgbClr val="CDC5B9"/>
            </a:solidFill>
            <a:prstDash val="solid"/>
          </a:ln>
        </p:spPr>
        <p:txBody>
          <a:bodyPr/>
          <a:lstStyle/>
          <a:p>
            <a:endParaRPr lang="ko-KR" altLang="en-US"/>
          </a:p>
        </p:txBody>
      </p:sp>
      <p:sp>
        <p:nvSpPr>
          <p:cNvPr id="18" name="t_35"/>
          <p:cNvSpPr txBox="1"/>
          <p:nvPr/>
        </p:nvSpPr>
        <p:spPr>
          <a:xfrm>
            <a:off x="8229600" y="5266944"/>
            <a:ext cx="1737360" cy="713232"/>
          </a:xfrm>
          <a:prstGeom prst="rect">
            <a:avLst/>
          </a:prstGeom>
          <a:noFill/>
          <a:ln/>
        </p:spPr>
        <p:txBody>
          <a:bodyPr wrap="square" lIns="0" tIns="0" rIns="0" bIns="0" rtlCol="0" anchor="ctr"/>
          <a:lstStyle/>
          <a:p>
            <a:pPr marL="0" indent="0">
              <a:buNone/>
            </a:pPr>
            <a:r>
              <a:rPr lang="en-US" sz="1350" dirty="0">
                <a:solidFill>
                  <a:srgbClr val="BACCC3"/>
                </a:solidFill>
                <a:latin typeface="Pretendard" pitchFamily="34" charset="0"/>
                <a:ea typeface="Pretendard" pitchFamily="34" charset="-122"/>
                <a:cs typeface="Pretendard" pitchFamily="34" charset="-120"/>
              </a:rPr>
              <a:t>Chapter 4.</a:t>
            </a:r>
            <a:endParaRPr lang="en-US" sz="1350" dirty="0"/>
          </a:p>
        </p:txBody>
      </p:sp>
      <p:sp>
        <p:nvSpPr>
          <p:cNvPr id="19" name="t_36"/>
          <p:cNvSpPr txBox="1"/>
          <p:nvPr/>
        </p:nvSpPr>
        <p:spPr>
          <a:xfrm>
            <a:off x="10058400" y="5230368"/>
            <a:ext cx="7278624" cy="420624"/>
          </a:xfrm>
          <a:prstGeom prst="rect">
            <a:avLst/>
          </a:prstGeom>
          <a:noFill/>
          <a:ln/>
        </p:spPr>
        <p:txBody>
          <a:bodyPr wrap="square" lIns="0" tIns="0" rIns="0" bIns="0" rtlCol="0" anchor="ctr"/>
          <a:lstStyle/>
          <a:p>
            <a:pPr marL="0" indent="0">
              <a:buNone/>
            </a:pPr>
            <a:r>
              <a:rPr lang="en-US" sz="2100" b="1" dirty="0">
                <a:solidFill>
                  <a:srgbClr val="222222"/>
                </a:solidFill>
                <a:latin typeface="Pretendard" pitchFamily="34" charset="0"/>
                <a:ea typeface="Pretendard" pitchFamily="34" charset="-122"/>
                <a:cs typeface="Pretendard" pitchFamily="34" charset="-120"/>
              </a:rPr>
              <a:t>GPU 스키닝</a:t>
            </a:r>
            <a:endParaRPr lang="en-US" sz="2100" dirty="0"/>
          </a:p>
        </p:txBody>
      </p:sp>
      <p:sp>
        <p:nvSpPr>
          <p:cNvPr id="20" name="t_37"/>
          <p:cNvSpPr txBox="1"/>
          <p:nvPr/>
        </p:nvSpPr>
        <p:spPr>
          <a:xfrm>
            <a:off x="10058400" y="5650992"/>
            <a:ext cx="7278624" cy="329184"/>
          </a:xfrm>
          <a:prstGeom prst="rect">
            <a:avLst/>
          </a:prstGeom>
          <a:noFill/>
          <a:ln/>
        </p:spPr>
        <p:txBody>
          <a:bodyPr wrap="square" lIns="0" tIns="0" rIns="0" bIns="0" rtlCol="0" anchor="ctr"/>
          <a:lstStyle/>
          <a:p>
            <a:pPr marL="0" indent="0">
              <a:buNone/>
            </a:pPr>
            <a:r>
              <a:rPr lang="en-US" sz="1300" dirty="0">
                <a:solidFill>
                  <a:srgbClr val="444444"/>
                </a:solidFill>
                <a:latin typeface="Pretendard" pitchFamily="34" charset="0"/>
                <a:ea typeface="Pretendard" pitchFamily="34" charset="-122"/>
                <a:cs typeface="Pretendard" pitchFamily="34" charset="-120"/>
              </a:rPr>
              <a:t>6‑Pass 정점 파이프라인 · 이수민</a:t>
            </a:r>
            <a:endParaRPr lang="en-US" sz="1300" dirty="0"/>
          </a:p>
        </p:txBody>
      </p:sp>
      <p:sp>
        <p:nvSpPr>
          <p:cNvPr id="21" name="hl_38"/>
          <p:cNvSpPr/>
          <p:nvPr/>
        </p:nvSpPr>
        <p:spPr>
          <a:xfrm>
            <a:off x="8229600" y="6108192"/>
            <a:ext cx="9107424" cy="0"/>
          </a:xfrm>
          <a:prstGeom prst="line">
            <a:avLst/>
          </a:prstGeom>
          <a:noFill/>
          <a:ln w="9525">
            <a:solidFill>
              <a:srgbClr val="CDC5B9"/>
            </a:solidFill>
            <a:prstDash val="solid"/>
          </a:ln>
        </p:spPr>
        <p:txBody>
          <a:bodyPr/>
          <a:lstStyle/>
          <a:p>
            <a:endParaRPr lang="ko-KR" altLang="en-US"/>
          </a:p>
        </p:txBody>
      </p:sp>
      <p:sp>
        <p:nvSpPr>
          <p:cNvPr id="22" name="t_39"/>
          <p:cNvSpPr txBox="1"/>
          <p:nvPr/>
        </p:nvSpPr>
        <p:spPr>
          <a:xfrm>
            <a:off x="8229600" y="6254496"/>
            <a:ext cx="1737360" cy="713232"/>
          </a:xfrm>
          <a:prstGeom prst="rect">
            <a:avLst/>
          </a:prstGeom>
          <a:noFill/>
          <a:ln/>
        </p:spPr>
        <p:txBody>
          <a:bodyPr wrap="square" lIns="0" tIns="0" rIns="0" bIns="0" rtlCol="0" anchor="ctr"/>
          <a:lstStyle/>
          <a:p>
            <a:pPr marL="0" indent="0">
              <a:buNone/>
            </a:pPr>
            <a:r>
              <a:rPr lang="en-US" sz="1350" dirty="0">
                <a:solidFill>
                  <a:srgbClr val="BACCC3"/>
                </a:solidFill>
                <a:latin typeface="Pretendard" pitchFamily="34" charset="0"/>
                <a:ea typeface="Pretendard" pitchFamily="34" charset="-122"/>
                <a:cs typeface="Pretendard" pitchFamily="34" charset="-120"/>
              </a:rPr>
              <a:t>Chapter 5.</a:t>
            </a:r>
            <a:endParaRPr lang="en-US" sz="1350" dirty="0"/>
          </a:p>
        </p:txBody>
      </p:sp>
      <p:sp>
        <p:nvSpPr>
          <p:cNvPr id="23" name="t_40"/>
          <p:cNvSpPr txBox="1"/>
          <p:nvPr/>
        </p:nvSpPr>
        <p:spPr>
          <a:xfrm>
            <a:off x="10058400" y="6217920"/>
            <a:ext cx="7278624" cy="420624"/>
          </a:xfrm>
          <a:prstGeom prst="rect">
            <a:avLst/>
          </a:prstGeom>
          <a:noFill/>
          <a:ln/>
        </p:spPr>
        <p:txBody>
          <a:bodyPr wrap="square" lIns="0" tIns="0" rIns="0" bIns="0" rtlCol="0" anchor="ctr"/>
          <a:lstStyle/>
          <a:p>
            <a:pPr marL="0" indent="0">
              <a:buNone/>
            </a:pPr>
            <a:r>
              <a:rPr lang="en-US" sz="2100" b="1" dirty="0">
                <a:solidFill>
                  <a:srgbClr val="222222"/>
                </a:solidFill>
                <a:latin typeface="Pretendard" pitchFamily="34" charset="0"/>
                <a:ea typeface="Pretendard" pitchFamily="34" charset="-122"/>
                <a:cs typeface="Pretendard" pitchFamily="34" charset="-120"/>
              </a:rPr>
              <a:t>Chaos Flesh</a:t>
            </a:r>
            <a:endParaRPr lang="en-US" sz="2100" dirty="0"/>
          </a:p>
        </p:txBody>
      </p:sp>
      <p:sp>
        <p:nvSpPr>
          <p:cNvPr id="24" name="t_41"/>
          <p:cNvSpPr txBox="1"/>
          <p:nvPr/>
        </p:nvSpPr>
        <p:spPr>
          <a:xfrm>
            <a:off x="10058400" y="6638544"/>
            <a:ext cx="7278624" cy="329184"/>
          </a:xfrm>
          <a:prstGeom prst="rect">
            <a:avLst/>
          </a:prstGeom>
          <a:noFill/>
          <a:ln/>
        </p:spPr>
        <p:txBody>
          <a:bodyPr wrap="square" lIns="0" tIns="0" rIns="0" bIns="0" rtlCol="0" anchor="ctr"/>
          <a:lstStyle/>
          <a:p>
            <a:pPr marL="0" indent="0">
              <a:buNone/>
            </a:pPr>
            <a:r>
              <a:rPr lang="en-US" sz="1300" dirty="0">
                <a:solidFill>
                  <a:srgbClr val="444444"/>
                </a:solidFill>
                <a:latin typeface="Pretendard" pitchFamily="34" charset="0"/>
                <a:ea typeface="Pretendard" pitchFamily="34" charset="-122"/>
                <a:cs typeface="Pretendard" pitchFamily="34" charset="-120"/>
              </a:rPr>
              <a:t>사면체 물리와 부피 보존 · 곽경민</a:t>
            </a:r>
            <a:endParaRPr lang="en-US" sz="1300" dirty="0"/>
          </a:p>
        </p:txBody>
      </p:sp>
      <p:sp>
        <p:nvSpPr>
          <p:cNvPr id="25" name="hl_42"/>
          <p:cNvSpPr/>
          <p:nvPr/>
        </p:nvSpPr>
        <p:spPr>
          <a:xfrm>
            <a:off x="8229600" y="7095744"/>
            <a:ext cx="9107424" cy="0"/>
          </a:xfrm>
          <a:prstGeom prst="line">
            <a:avLst/>
          </a:prstGeom>
          <a:noFill/>
          <a:ln w="9525">
            <a:solidFill>
              <a:srgbClr val="CDC5B9"/>
            </a:solidFill>
            <a:prstDash val="solid"/>
          </a:ln>
        </p:spPr>
        <p:txBody>
          <a:bodyPr/>
          <a:lstStyle/>
          <a:p>
            <a:endParaRPr lang="ko-KR" altLang="en-US"/>
          </a:p>
        </p:txBody>
      </p:sp>
      <p:sp>
        <p:nvSpPr>
          <p:cNvPr id="26" name="t_43"/>
          <p:cNvSpPr txBox="1"/>
          <p:nvPr/>
        </p:nvSpPr>
        <p:spPr>
          <a:xfrm>
            <a:off x="8229600" y="7242048"/>
            <a:ext cx="1737360" cy="713232"/>
          </a:xfrm>
          <a:prstGeom prst="rect">
            <a:avLst/>
          </a:prstGeom>
          <a:noFill/>
          <a:ln/>
        </p:spPr>
        <p:txBody>
          <a:bodyPr wrap="square" lIns="0" tIns="0" rIns="0" bIns="0" rtlCol="0" anchor="ctr"/>
          <a:lstStyle/>
          <a:p>
            <a:pPr marL="0" indent="0">
              <a:buNone/>
            </a:pPr>
            <a:r>
              <a:rPr lang="en-US" sz="1350" dirty="0">
                <a:solidFill>
                  <a:srgbClr val="BACCC3"/>
                </a:solidFill>
                <a:latin typeface="Pretendard" pitchFamily="34" charset="0"/>
                <a:ea typeface="Pretendard" pitchFamily="34" charset="-122"/>
                <a:cs typeface="Pretendard" pitchFamily="34" charset="-120"/>
              </a:rPr>
              <a:t>Chapter 6.</a:t>
            </a:r>
            <a:endParaRPr lang="en-US" sz="1350" dirty="0"/>
          </a:p>
        </p:txBody>
      </p:sp>
      <p:sp>
        <p:nvSpPr>
          <p:cNvPr id="27" name="t_44"/>
          <p:cNvSpPr txBox="1"/>
          <p:nvPr/>
        </p:nvSpPr>
        <p:spPr>
          <a:xfrm>
            <a:off x="10058400" y="7205472"/>
            <a:ext cx="7278624" cy="420624"/>
          </a:xfrm>
          <a:prstGeom prst="rect">
            <a:avLst/>
          </a:prstGeom>
          <a:noFill/>
          <a:ln/>
        </p:spPr>
        <p:txBody>
          <a:bodyPr wrap="square" lIns="0" tIns="0" rIns="0" bIns="0" rtlCol="0" anchor="ctr"/>
          <a:lstStyle/>
          <a:p>
            <a:pPr marL="0" indent="0">
              <a:buNone/>
            </a:pPr>
            <a:r>
              <a:rPr lang="en-US" sz="2100" b="1" dirty="0">
                <a:solidFill>
                  <a:srgbClr val="222222"/>
                </a:solidFill>
                <a:latin typeface="Pretendard" pitchFamily="34" charset="0"/>
                <a:ea typeface="Pretendard" pitchFamily="34" charset="-122"/>
                <a:cs typeface="Pretendard" pitchFamily="34" charset="-120"/>
              </a:rPr>
              <a:t>모듈 통합과 남은 과제</a:t>
            </a:r>
            <a:endParaRPr lang="en-US" sz="2100" dirty="0"/>
          </a:p>
        </p:txBody>
      </p:sp>
      <p:sp>
        <p:nvSpPr>
          <p:cNvPr id="28" name="t_45"/>
          <p:cNvSpPr txBox="1"/>
          <p:nvPr/>
        </p:nvSpPr>
        <p:spPr>
          <a:xfrm>
            <a:off x="10058400" y="7626096"/>
            <a:ext cx="7278624" cy="329184"/>
          </a:xfrm>
          <a:prstGeom prst="rect">
            <a:avLst/>
          </a:prstGeom>
          <a:noFill/>
          <a:ln/>
        </p:spPr>
        <p:txBody>
          <a:bodyPr wrap="square" lIns="0" tIns="0" rIns="0" bIns="0" rtlCol="0" anchor="ctr"/>
          <a:lstStyle/>
          <a:p>
            <a:pPr marL="0" indent="0">
              <a:buNone/>
            </a:pPr>
            <a:r>
              <a:rPr lang="en-US" sz="1300" dirty="0">
                <a:solidFill>
                  <a:srgbClr val="444444"/>
                </a:solidFill>
                <a:latin typeface="Pretendard" pitchFamily="34" charset="0"/>
                <a:ea typeface="Pretendard" pitchFamily="34" charset="-122"/>
                <a:cs typeface="Pretendard" pitchFamily="34" charset="-120"/>
              </a:rPr>
              <a:t>붙여 보니 드러난 것들</a:t>
            </a:r>
            <a:endParaRPr lang="en-US" sz="1300" dirty="0"/>
          </a:p>
        </p:txBody>
      </p:sp>
      <p:sp>
        <p:nvSpPr>
          <p:cNvPr id="29" name="hl_46"/>
          <p:cNvSpPr/>
          <p:nvPr/>
        </p:nvSpPr>
        <p:spPr>
          <a:xfrm>
            <a:off x="8229600" y="8083296"/>
            <a:ext cx="9107424" cy="0"/>
          </a:xfrm>
          <a:prstGeom prst="line">
            <a:avLst/>
          </a:prstGeom>
          <a:noFill/>
          <a:ln w="9525">
            <a:solidFill>
              <a:srgbClr val="CDC5B9"/>
            </a:solidFill>
            <a:prstDash val="solid"/>
          </a:ln>
        </p:spPr>
        <p:txBody>
          <a:bodyPr/>
          <a:lstStyle/>
          <a:p>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950976" y="749808"/>
            <a:ext cx="9144000" cy="384048"/>
          </a:xfrm>
          <a:prstGeom prst="rect">
            <a:avLst/>
          </a:prstGeom>
          <a:noFill/>
          <a:ln/>
        </p:spPr>
        <p:txBody>
          <a:bodyPr wrap="square" lIns="0" tIns="0" rIns="0" bIns="0" rtlCol="0" anchor="ctr"/>
          <a:lstStyle/>
          <a:p>
            <a:pPr marL="0" indent="0" algn="l">
              <a:buNone/>
            </a:pPr>
            <a:r>
              <a:rPr lang="en-US" sz="1800" kern="0" spc="60" dirty="0">
                <a:solidFill>
                  <a:srgbClr val="BACCC3"/>
                </a:solidFill>
                <a:latin typeface="Pretendard" pitchFamily="34" charset="0"/>
                <a:ea typeface="Pretendard" pitchFamily="34" charset="-122"/>
                <a:cs typeface="Pretendard" pitchFamily="34" charset="-120"/>
              </a:rPr>
              <a:t>Chapter 1.</a:t>
            </a:r>
            <a:endParaRPr lang="en-US" sz="1800" dirty="0"/>
          </a:p>
        </p:txBody>
      </p:sp>
      <p:sp>
        <p:nvSpPr>
          <p:cNvPr id="3" name="Text 0"/>
          <p:cNvSpPr txBox="1">
            <a:spLocks noGrp="1"/>
          </p:cNvSpPr>
          <p:nvPr>
            <p:ph type="title" idx="101" hasCustomPrompt="1"/>
          </p:nvPr>
        </p:nvSpPr>
        <p:spPr>
          <a:xfrm>
            <a:off x="950976" y="1152144"/>
            <a:ext cx="12435840" cy="713232"/>
          </a:xfrm>
          <a:prstGeom prst="rect">
            <a:avLst/>
          </a:prstGeom>
          <a:noFill/>
          <a:ln/>
        </p:spPr>
        <p:txBody>
          <a:bodyPr wrap="square" lIns="0" tIns="0" rIns="0" bIns="0" rtlCol="0" anchor="ctr"/>
          <a:lstStyle/>
          <a:p>
            <a:pPr marL="0" indent="0" algn="l">
              <a:buNone/>
            </a:pPr>
            <a:r>
              <a:rPr lang="en-US" sz="3800" b="1" dirty="0">
                <a:solidFill>
                  <a:srgbClr val="6A7E74"/>
                </a:solidFill>
                <a:latin typeface="Pretendard" pitchFamily="34" charset="0"/>
                <a:ea typeface="Pretendard" pitchFamily="34" charset="-122"/>
                <a:cs typeface="Pretendard" pitchFamily="34" charset="-120"/>
              </a:rPr>
              <a:t>1학기와 2학기, 무엇이 달라졌는가</a:t>
            </a:r>
            <a:endParaRPr lang="en-US" sz="3800" dirty="0"/>
          </a:p>
        </p:txBody>
      </p:sp>
      <p:sp>
        <p:nvSpPr>
          <p:cNvPr id="4" name="t_49"/>
          <p:cNvSpPr txBox="1"/>
          <p:nvPr/>
        </p:nvSpPr>
        <p:spPr>
          <a:xfrm>
            <a:off x="950976" y="2523744"/>
            <a:ext cx="16386048" cy="365760"/>
          </a:xfrm>
          <a:prstGeom prst="rect">
            <a:avLst/>
          </a:prstGeom>
          <a:noFill/>
          <a:ln/>
        </p:spPr>
        <p:txBody>
          <a:bodyPr wrap="square" lIns="0" tIns="0" rIns="0" bIns="0" rtlCol="0" anchor="ctr"/>
          <a:lstStyle/>
          <a:p>
            <a:pPr marL="0" indent="0">
              <a:buNone/>
            </a:pPr>
            <a:r>
              <a:rPr lang="en-US" sz="1600" dirty="0">
                <a:solidFill>
                  <a:srgbClr val="444444"/>
                </a:solidFill>
                <a:latin typeface="Pretendard" pitchFamily="34" charset="0"/>
                <a:ea typeface="Pretendard" pitchFamily="34" charset="-122"/>
                <a:cs typeface="Pretendard" pitchFamily="34" charset="-120"/>
              </a:rPr>
              <a:t>1학기: </a:t>
            </a:r>
            <a:r>
              <a:rPr lang="ko-KR" altLang="en-US" sz="1600" dirty="0">
                <a:solidFill>
                  <a:srgbClr val="444444"/>
                </a:solidFill>
                <a:latin typeface="Pretendard" pitchFamily="34" charset="0"/>
                <a:ea typeface="Pretendard" pitchFamily="34" charset="-122"/>
                <a:cs typeface="Pretendard" pitchFamily="34" charset="-120"/>
              </a:rPr>
              <a:t>단계 별 기술을 검증 및 확인</a:t>
            </a:r>
            <a:r>
              <a:rPr lang="en-US" sz="1600" dirty="0">
                <a:solidFill>
                  <a:srgbClr val="444444"/>
                </a:solidFill>
                <a:latin typeface="Pretendard" pitchFamily="34" charset="0"/>
                <a:ea typeface="Pretendard" pitchFamily="34" charset="-122"/>
                <a:cs typeface="Pretendard" pitchFamily="34" charset="-120"/>
              </a:rPr>
              <a:t>  2학기 : </a:t>
            </a:r>
            <a:r>
              <a:rPr lang="en-US" sz="1600" dirty="0" err="1">
                <a:solidFill>
                  <a:srgbClr val="444444"/>
                </a:solidFill>
                <a:latin typeface="Pretendard" pitchFamily="34" charset="0"/>
                <a:ea typeface="Pretendard" pitchFamily="34" charset="-122"/>
                <a:cs typeface="Pretendard" pitchFamily="34" charset="-120"/>
              </a:rPr>
              <a:t>실제</a:t>
            </a:r>
            <a:r>
              <a:rPr lang="en-US" sz="1600" dirty="0">
                <a:solidFill>
                  <a:srgbClr val="444444"/>
                </a:solidFill>
                <a:latin typeface="Pretendard" pitchFamily="34" charset="0"/>
                <a:ea typeface="Pretendard" pitchFamily="34" charset="-122"/>
                <a:cs typeface="Pretendard" pitchFamily="34" charset="-120"/>
              </a:rPr>
              <a:t> </a:t>
            </a:r>
            <a:r>
              <a:rPr lang="ko-KR" altLang="en-US" sz="1600" dirty="0">
                <a:solidFill>
                  <a:srgbClr val="444444"/>
                </a:solidFill>
                <a:latin typeface="Pretendard" pitchFamily="34" charset="0"/>
                <a:ea typeface="Pretendard" pitchFamily="34" charset="-122"/>
                <a:cs typeface="Pretendard" pitchFamily="34" charset="-120"/>
              </a:rPr>
              <a:t>구현 및 연결</a:t>
            </a:r>
            <a:endParaRPr lang="en-US" sz="1600" dirty="0"/>
          </a:p>
        </p:txBody>
      </p:sp>
      <p:sp>
        <p:nvSpPr>
          <p:cNvPr id="5" name="t_50"/>
          <p:cNvSpPr txBox="1"/>
          <p:nvPr/>
        </p:nvSpPr>
        <p:spPr>
          <a:xfrm>
            <a:off x="4059936" y="3054096"/>
            <a:ext cx="5943600" cy="329184"/>
          </a:xfrm>
          <a:prstGeom prst="rect">
            <a:avLst/>
          </a:prstGeom>
          <a:noFill/>
          <a:ln/>
        </p:spPr>
        <p:txBody>
          <a:bodyPr wrap="square" lIns="0" tIns="0" rIns="0" bIns="0" rtlCol="0" anchor="ctr"/>
          <a:lstStyle/>
          <a:p>
            <a:pPr marL="0" indent="0">
              <a:buNone/>
            </a:pPr>
            <a:r>
              <a:rPr lang="en-US" sz="1400" kern="0" spc="100" dirty="0">
                <a:solidFill>
                  <a:schemeClr val="accent2">
                    <a:lumMod val="50000"/>
                  </a:schemeClr>
                </a:solidFill>
                <a:latin typeface="Pretendard" pitchFamily="34" charset="0"/>
                <a:ea typeface="Pretendard" pitchFamily="34" charset="-122"/>
                <a:cs typeface="Pretendard" pitchFamily="34" charset="-120"/>
              </a:rPr>
              <a:t>1학기</a:t>
            </a:r>
            <a:endParaRPr lang="en-US" sz="1400" dirty="0">
              <a:solidFill>
                <a:schemeClr val="accent2">
                  <a:lumMod val="50000"/>
                </a:schemeClr>
              </a:solidFill>
            </a:endParaRPr>
          </a:p>
        </p:txBody>
      </p:sp>
      <p:sp>
        <p:nvSpPr>
          <p:cNvPr id="6" name="t_51"/>
          <p:cNvSpPr txBox="1"/>
          <p:nvPr/>
        </p:nvSpPr>
        <p:spPr>
          <a:xfrm>
            <a:off x="10277856" y="3054096"/>
            <a:ext cx="7059168" cy="329184"/>
          </a:xfrm>
          <a:prstGeom prst="rect">
            <a:avLst/>
          </a:prstGeom>
          <a:noFill/>
          <a:ln/>
        </p:spPr>
        <p:txBody>
          <a:bodyPr wrap="square" lIns="0" tIns="0" rIns="0" bIns="0" rtlCol="0" anchor="ctr"/>
          <a:lstStyle/>
          <a:p>
            <a:pPr marL="0" indent="0">
              <a:buNone/>
            </a:pPr>
            <a:r>
              <a:rPr lang="en-US" sz="1400" b="1" kern="0" spc="100" dirty="0">
                <a:solidFill>
                  <a:srgbClr val="466456"/>
                </a:solidFill>
                <a:latin typeface="Pretendard" pitchFamily="34" charset="0"/>
                <a:ea typeface="Pretendard" pitchFamily="34" charset="-122"/>
                <a:cs typeface="Pretendard" pitchFamily="34" charset="-120"/>
              </a:rPr>
              <a:t>2학기</a:t>
            </a:r>
            <a:endParaRPr lang="en-US" sz="1400" dirty="0"/>
          </a:p>
        </p:txBody>
      </p:sp>
      <p:sp>
        <p:nvSpPr>
          <p:cNvPr id="7" name="hl_52"/>
          <p:cNvSpPr/>
          <p:nvPr/>
        </p:nvSpPr>
        <p:spPr>
          <a:xfrm>
            <a:off x="950976" y="3456432"/>
            <a:ext cx="16386048" cy="0"/>
          </a:xfrm>
          <a:prstGeom prst="line">
            <a:avLst/>
          </a:prstGeom>
          <a:noFill/>
          <a:ln w="9525">
            <a:solidFill>
              <a:srgbClr val="CDC5B9"/>
            </a:solidFill>
            <a:prstDash val="solid"/>
          </a:ln>
        </p:spPr>
        <p:txBody>
          <a:bodyPr/>
          <a:lstStyle/>
          <a:p>
            <a:endParaRPr lang="ko-KR" altLang="en-US"/>
          </a:p>
        </p:txBody>
      </p:sp>
      <p:sp>
        <p:nvSpPr>
          <p:cNvPr id="8" name="t_53"/>
          <p:cNvSpPr txBox="1"/>
          <p:nvPr/>
        </p:nvSpPr>
        <p:spPr>
          <a:xfrm>
            <a:off x="950976" y="3547872"/>
            <a:ext cx="2834640" cy="969264"/>
          </a:xfrm>
          <a:prstGeom prst="rect">
            <a:avLst/>
          </a:prstGeom>
          <a:noFill/>
          <a:ln/>
        </p:spPr>
        <p:txBody>
          <a:bodyPr wrap="square" lIns="0" tIns="0" rIns="0" bIns="0" rtlCol="0" anchor="ctr"/>
          <a:lstStyle/>
          <a:p>
            <a:pPr marL="0" indent="0">
              <a:buNone/>
            </a:pPr>
            <a:r>
              <a:rPr lang="en-US" sz="1800" b="1" dirty="0">
                <a:solidFill>
                  <a:srgbClr val="466456"/>
                </a:solidFill>
                <a:latin typeface="Pretendard" pitchFamily="34" charset="0"/>
                <a:ea typeface="Pretendard" pitchFamily="34" charset="-122"/>
                <a:cs typeface="Pretendard" pitchFamily="34" charset="-120"/>
              </a:rPr>
              <a:t>각 모듈</a:t>
            </a:r>
            <a:endParaRPr lang="en-US" sz="1800" dirty="0"/>
          </a:p>
        </p:txBody>
      </p:sp>
      <p:sp>
        <p:nvSpPr>
          <p:cNvPr id="9" name="t_54"/>
          <p:cNvSpPr txBox="1"/>
          <p:nvPr/>
        </p:nvSpPr>
        <p:spPr>
          <a:xfrm>
            <a:off x="4059936" y="3547872"/>
            <a:ext cx="5212080" cy="969264"/>
          </a:xfrm>
          <a:prstGeom prst="rect">
            <a:avLst/>
          </a:prstGeom>
          <a:noFill/>
          <a:ln/>
        </p:spPr>
        <p:txBody>
          <a:bodyPr wrap="square" lIns="0" tIns="0" rIns="0" bIns="0" rtlCol="0" anchor="ctr"/>
          <a:lstStyle/>
          <a:p>
            <a:pPr marL="0" indent="0">
              <a:buNone/>
            </a:pPr>
            <a:r>
              <a:rPr lang="en-US" sz="1550" dirty="0">
                <a:solidFill>
                  <a:schemeClr val="accent2">
                    <a:lumMod val="50000"/>
                  </a:schemeClr>
                </a:solidFill>
                <a:latin typeface="Pretendard" pitchFamily="34" charset="0"/>
                <a:ea typeface="Pretendard" pitchFamily="34" charset="-122"/>
                <a:cs typeface="Pretendard" pitchFamily="34" charset="-120"/>
              </a:rPr>
              <a:t>알고리즘이 성립하는지 검증</a:t>
            </a:r>
            <a:endParaRPr lang="en-US" sz="1550" dirty="0">
              <a:solidFill>
                <a:schemeClr val="accent2">
                  <a:lumMod val="50000"/>
                </a:schemeClr>
              </a:solidFill>
            </a:endParaRPr>
          </a:p>
        </p:txBody>
      </p:sp>
      <p:sp>
        <p:nvSpPr>
          <p:cNvPr id="10" name="ar_55"/>
          <p:cNvSpPr/>
          <p:nvPr/>
        </p:nvSpPr>
        <p:spPr>
          <a:xfrm>
            <a:off x="9436608" y="3941064"/>
            <a:ext cx="310896" cy="182880"/>
          </a:xfrm>
          <a:prstGeom prst="rightArrow">
            <a:avLst/>
          </a:prstGeom>
          <a:solidFill>
            <a:srgbClr val="BACCC3"/>
          </a:solidFill>
          <a:ln/>
        </p:spPr>
        <p:txBody>
          <a:bodyPr/>
          <a:lstStyle/>
          <a:p>
            <a:endParaRPr lang="ko-KR" altLang="en-US"/>
          </a:p>
        </p:txBody>
      </p:sp>
      <p:sp>
        <p:nvSpPr>
          <p:cNvPr id="11" name="t_56"/>
          <p:cNvSpPr txBox="1"/>
          <p:nvPr/>
        </p:nvSpPr>
        <p:spPr>
          <a:xfrm>
            <a:off x="10277856" y="3547872"/>
            <a:ext cx="7059168" cy="969264"/>
          </a:xfrm>
          <a:prstGeom prst="rect">
            <a:avLst/>
          </a:prstGeom>
          <a:noFill/>
          <a:ln/>
        </p:spPr>
        <p:txBody>
          <a:bodyPr wrap="square" lIns="0" tIns="0" rIns="0" bIns="0" rtlCol="0" anchor="ctr"/>
          <a:lstStyle/>
          <a:p>
            <a:pPr marL="0" indent="0">
              <a:buNone/>
            </a:pPr>
            <a:r>
              <a:rPr lang="en-US" sz="1550" dirty="0">
                <a:solidFill>
                  <a:srgbClr val="222222"/>
                </a:solidFill>
                <a:latin typeface="Pretendard" pitchFamily="34" charset="0"/>
                <a:ea typeface="Pretendard" pitchFamily="34" charset="-122"/>
                <a:cs typeface="Pretendard" pitchFamily="34" charset="-120"/>
              </a:rPr>
              <a:t>실제 데이터로 동작하는 구현</a:t>
            </a:r>
            <a:endParaRPr lang="en-US" sz="1550" dirty="0"/>
          </a:p>
        </p:txBody>
      </p:sp>
      <p:sp>
        <p:nvSpPr>
          <p:cNvPr id="12" name="hl_57"/>
          <p:cNvSpPr/>
          <p:nvPr/>
        </p:nvSpPr>
        <p:spPr>
          <a:xfrm>
            <a:off x="950976" y="4608576"/>
            <a:ext cx="16386048" cy="0"/>
          </a:xfrm>
          <a:prstGeom prst="line">
            <a:avLst/>
          </a:prstGeom>
          <a:noFill/>
          <a:ln w="9525">
            <a:solidFill>
              <a:srgbClr val="CDC5B9"/>
            </a:solidFill>
            <a:prstDash val="solid"/>
          </a:ln>
        </p:spPr>
        <p:txBody>
          <a:bodyPr/>
          <a:lstStyle/>
          <a:p>
            <a:endParaRPr lang="ko-KR" altLang="en-US"/>
          </a:p>
        </p:txBody>
      </p:sp>
      <p:sp>
        <p:nvSpPr>
          <p:cNvPr id="13" name="t_58"/>
          <p:cNvSpPr txBox="1"/>
          <p:nvPr/>
        </p:nvSpPr>
        <p:spPr>
          <a:xfrm>
            <a:off x="950976" y="4700016"/>
            <a:ext cx="2834640" cy="969264"/>
          </a:xfrm>
          <a:prstGeom prst="rect">
            <a:avLst/>
          </a:prstGeom>
          <a:noFill/>
          <a:ln/>
        </p:spPr>
        <p:txBody>
          <a:bodyPr wrap="square" lIns="0" tIns="0" rIns="0" bIns="0" rtlCol="0" anchor="ctr"/>
          <a:lstStyle/>
          <a:p>
            <a:pPr marL="0" indent="0">
              <a:buNone/>
            </a:pPr>
            <a:r>
              <a:rPr lang="en-US" sz="1800" b="1" dirty="0">
                <a:solidFill>
                  <a:srgbClr val="466456"/>
                </a:solidFill>
                <a:latin typeface="Pretendard" pitchFamily="34" charset="0"/>
                <a:ea typeface="Pretendard" pitchFamily="34" charset="-122"/>
                <a:cs typeface="Pretendard" pitchFamily="34" charset="-120"/>
              </a:rPr>
              <a:t>모듈 간</a:t>
            </a:r>
            <a:endParaRPr lang="en-US" sz="1800" dirty="0"/>
          </a:p>
        </p:txBody>
      </p:sp>
      <p:sp>
        <p:nvSpPr>
          <p:cNvPr id="14" name="t_59"/>
          <p:cNvSpPr txBox="1"/>
          <p:nvPr/>
        </p:nvSpPr>
        <p:spPr>
          <a:xfrm>
            <a:off x="4059936" y="4700016"/>
            <a:ext cx="5212080" cy="969264"/>
          </a:xfrm>
          <a:prstGeom prst="rect">
            <a:avLst/>
          </a:prstGeom>
          <a:noFill/>
          <a:ln/>
        </p:spPr>
        <p:txBody>
          <a:bodyPr wrap="square" lIns="0" tIns="0" rIns="0" bIns="0" rtlCol="0" anchor="ctr"/>
          <a:lstStyle/>
          <a:p>
            <a:pPr marL="0" indent="0">
              <a:buNone/>
            </a:pPr>
            <a:r>
              <a:rPr lang="en-US" sz="1550" dirty="0">
                <a:solidFill>
                  <a:schemeClr val="accent2">
                    <a:lumMod val="50000"/>
                  </a:schemeClr>
                </a:solidFill>
                <a:latin typeface="Pretendard" pitchFamily="34" charset="0"/>
                <a:ea typeface="Pretendard" pitchFamily="34" charset="-122"/>
                <a:cs typeface="Pretendard" pitchFamily="34" charset="-120"/>
              </a:rPr>
              <a:t>문서상의 인터페이스 약속</a:t>
            </a:r>
            <a:endParaRPr lang="en-US" sz="1550" dirty="0">
              <a:solidFill>
                <a:schemeClr val="accent2">
                  <a:lumMod val="50000"/>
                </a:schemeClr>
              </a:solidFill>
            </a:endParaRPr>
          </a:p>
        </p:txBody>
      </p:sp>
      <p:sp>
        <p:nvSpPr>
          <p:cNvPr id="15" name="ar_60"/>
          <p:cNvSpPr/>
          <p:nvPr/>
        </p:nvSpPr>
        <p:spPr>
          <a:xfrm>
            <a:off x="9436608" y="5093208"/>
            <a:ext cx="310896" cy="182880"/>
          </a:xfrm>
          <a:prstGeom prst="rightArrow">
            <a:avLst/>
          </a:prstGeom>
          <a:solidFill>
            <a:srgbClr val="BACCC3"/>
          </a:solidFill>
          <a:ln/>
        </p:spPr>
        <p:txBody>
          <a:bodyPr/>
          <a:lstStyle/>
          <a:p>
            <a:endParaRPr lang="ko-KR" altLang="en-US"/>
          </a:p>
        </p:txBody>
      </p:sp>
      <p:sp>
        <p:nvSpPr>
          <p:cNvPr id="16" name="t_61"/>
          <p:cNvSpPr txBox="1"/>
          <p:nvPr/>
        </p:nvSpPr>
        <p:spPr>
          <a:xfrm>
            <a:off x="10277856" y="4700016"/>
            <a:ext cx="7059168" cy="969264"/>
          </a:xfrm>
          <a:prstGeom prst="rect">
            <a:avLst/>
          </a:prstGeom>
          <a:noFill/>
          <a:ln/>
        </p:spPr>
        <p:txBody>
          <a:bodyPr wrap="square" lIns="0" tIns="0" rIns="0" bIns="0" rtlCol="0" anchor="ctr"/>
          <a:lstStyle/>
          <a:p>
            <a:pPr marL="0" indent="0">
              <a:buNone/>
            </a:pPr>
            <a:r>
              <a:rPr lang="en-US" sz="1550" dirty="0">
                <a:solidFill>
                  <a:srgbClr val="222222"/>
                </a:solidFill>
                <a:latin typeface="Pretendard" pitchFamily="34" charset="0"/>
                <a:ea typeface="Pretendard" pitchFamily="34" charset="-122"/>
                <a:cs typeface="Pretendard" pitchFamily="34" charset="-120"/>
              </a:rPr>
              <a:t>코드 수준 공유 상수 · 실파일 연동</a:t>
            </a:r>
            <a:endParaRPr lang="en-US" sz="1550" dirty="0"/>
          </a:p>
        </p:txBody>
      </p:sp>
      <p:sp>
        <p:nvSpPr>
          <p:cNvPr id="17" name="hl_62"/>
          <p:cNvSpPr/>
          <p:nvPr/>
        </p:nvSpPr>
        <p:spPr>
          <a:xfrm>
            <a:off x="950976" y="5760720"/>
            <a:ext cx="16386048" cy="0"/>
          </a:xfrm>
          <a:prstGeom prst="line">
            <a:avLst/>
          </a:prstGeom>
          <a:noFill/>
          <a:ln w="9525">
            <a:solidFill>
              <a:srgbClr val="CDC5B9"/>
            </a:solidFill>
            <a:prstDash val="solid"/>
          </a:ln>
        </p:spPr>
        <p:txBody>
          <a:bodyPr/>
          <a:lstStyle/>
          <a:p>
            <a:endParaRPr lang="ko-KR" altLang="en-US"/>
          </a:p>
        </p:txBody>
      </p:sp>
      <p:sp>
        <p:nvSpPr>
          <p:cNvPr id="18" name="t_63"/>
          <p:cNvSpPr txBox="1"/>
          <p:nvPr/>
        </p:nvSpPr>
        <p:spPr>
          <a:xfrm>
            <a:off x="950976" y="5852160"/>
            <a:ext cx="2834640" cy="969264"/>
          </a:xfrm>
          <a:prstGeom prst="rect">
            <a:avLst/>
          </a:prstGeom>
          <a:noFill/>
          <a:ln/>
        </p:spPr>
        <p:txBody>
          <a:bodyPr wrap="square" lIns="0" tIns="0" rIns="0" bIns="0" rtlCol="0" anchor="ctr"/>
          <a:lstStyle/>
          <a:p>
            <a:pPr marL="0" indent="0">
              <a:buNone/>
            </a:pPr>
            <a:r>
              <a:rPr lang="en-US" sz="1800" b="1" dirty="0">
                <a:solidFill>
                  <a:srgbClr val="466456"/>
                </a:solidFill>
                <a:latin typeface="Pretendard" pitchFamily="34" charset="0"/>
                <a:ea typeface="Pretendard" pitchFamily="34" charset="-122"/>
                <a:cs typeface="Pretendard" pitchFamily="34" charset="-120"/>
              </a:rPr>
              <a:t>스키닝</a:t>
            </a:r>
            <a:endParaRPr lang="en-US" sz="1800" dirty="0"/>
          </a:p>
        </p:txBody>
      </p:sp>
      <p:sp>
        <p:nvSpPr>
          <p:cNvPr id="19" name="t_64"/>
          <p:cNvSpPr txBox="1"/>
          <p:nvPr/>
        </p:nvSpPr>
        <p:spPr>
          <a:xfrm>
            <a:off x="4059936" y="5852160"/>
            <a:ext cx="5212080" cy="969264"/>
          </a:xfrm>
          <a:prstGeom prst="rect">
            <a:avLst/>
          </a:prstGeom>
          <a:noFill/>
          <a:ln/>
        </p:spPr>
        <p:txBody>
          <a:bodyPr wrap="square" lIns="0" tIns="0" rIns="0" bIns="0" rtlCol="0" anchor="ctr"/>
          <a:lstStyle/>
          <a:p>
            <a:pPr marL="0" indent="0">
              <a:buNone/>
            </a:pPr>
            <a:r>
              <a:rPr lang="en-US" sz="1550" dirty="0">
                <a:solidFill>
                  <a:schemeClr val="accent2">
                    <a:lumMod val="50000"/>
                  </a:schemeClr>
                </a:solidFill>
                <a:latin typeface="Pretendard" pitchFamily="34" charset="0"/>
                <a:ea typeface="Pretendard" pitchFamily="34" charset="-122"/>
                <a:cs typeface="Pretendard" pitchFamily="34" charset="-120"/>
              </a:rPr>
              <a:t>포스트프로세스 사전 검증</a:t>
            </a:r>
            <a:endParaRPr lang="en-US" sz="1550" dirty="0">
              <a:solidFill>
                <a:schemeClr val="accent2">
                  <a:lumMod val="50000"/>
                </a:schemeClr>
              </a:solidFill>
            </a:endParaRPr>
          </a:p>
        </p:txBody>
      </p:sp>
      <p:sp>
        <p:nvSpPr>
          <p:cNvPr id="20" name="ar_65"/>
          <p:cNvSpPr/>
          <p:nvPr/>
        </p:nvSpPr>
        <p:spPr>
          <a:xfrm>
            <a:off x="9436608" y="6245352"/>
            <a:ext cx="310896" cy="182880"/>
          </a:xfrm>
          <a:prstGeom prst="rightArrow">
            <a:avLst/>
          </a:prstGeom>
          <a:solidFill>
            <a:srgbClr val="BACCC3"/>
          </a:solidFill>
          <a:ln/>
        </p:spPr>
        <p:txBody>
          <a:bodyPr/>
          <a:lstStyle/>
          <a:p>
            <a:endParaRPr lang="ko-KR" altLang="en-US"/>
          </a:p>
        </p:txBody>
      </p:sp>
      <p:sp>
        <p:nvSpPr>
          <p:cNvPr id="21" name="t_66"/>
          <p:cNvSpPr txBox="1"/>
          <p:nvPr/>
        </p:nvSpPr>
        <p:spPr>
          <a:xfrm>
            <a:off x="10277856" y="5852160"/>
            <a:ext cx="7059168" cy="969264"/>
          </a:xfrm>
          <a:prstGeom prst="rect">
            <a:avLst/>
          </a:prstGeom>
          <a:noFill/>
          <a:ln/>
        </p:spPr>
        <p:txBody>
          <a:bodyPr wrap="square" lIns="0" tIns="0" rIns="0" bIns="0" rtlCol="0" anchor="ctr"/>
          <a:lstStyle/>
          <a:p>
            <a:pPr marL="0" indent="0">
              <a:buNone/>
            </a:pPr>
            <a:r>
              <a:rPr lang="en-US" sz="1550" dirty="0">
                <a:solidFill>
                  <a:srgbClr val="222222"/>
                </a:solidFill>
                <a:latin typeface="Pretendard" pitchFamily="34" charset="0"/>
                <a:ea typeface="Pretendard" pitchFamily="34" charset="-122"/>
                <a:cs typeface="Pretendard" pitchFamily="34" charset="-120"/>
              </a:rPr>
              <a:t>정점 처리 단계 6‑Pass 파이프라인</a:t>
            </a:r>
            <a:endParaRPr lang="en-US" sz="1550" dirty="0"/>
          </a:p>
        </p:txBody>
      </p:sp>
      <p:sp>
        <p:nvSpPr>
          <p:cNvPr id="22" name="hl_67"/>
          <p:cNvSpPr/>
          <p:nvPr/>
        </p:nvSpPr>
        <p:spPr>
          <a:xfrm>
            <a:off x="950976" y="6912864"/>
            <a:ext cx="16386048" cy="0"/>
          </a:xfrm>
          <a:prstGeom prst="line">
            <a:avLst/>
          </a:prstGeom>
          <a:noFill/>
          <a:ln w="9525">
            <a:solidFill>
              <a:srgbClr val="CDC5B9"/>
            </a:solidFill>
            <a:prstDash val="solid"/>
          </a:ln>
        </p:spPr>
        <p:txBody>
          <a:bodyPr/>
          <a:lstStyle/>
          <a:p>
            <a:endParaRPr lang="ko-KR" altLang="en-US"/>
          </a:p>
        </p:txBody>
      </p:sp>
      <p:sp>
        <p:nvSpPr>
          <p:cNvPr id="23" name="t_68"/>
          <p:cNvSpPr txBox="1"/>
          <p:nvPr/>
        </p:nvSpPr>
        <p:spPr>
          <a:xfrm>
            <a:off x="950976" y="7004304"/>
            <a:ext cx="2834640" cy="969264"/>
          </a:xfrm>
          <a:prstGeom prst="rect">
            <a:avLst/>
          </a:prstGeom>
          <a:noFill/>
          <a:ln/>
        </p:spPr>
        <p:txBody>
          <a:bodyPr wrap="square" lIns="0" tIns="0" rIns="0" bIns="0" rtlCol="0" anchor="ctr"/>
          <a:lstStyle/>
          <a:p>
            <a:pPr marL="0" indent="0">
              <a:buNone/>
            </a:pPr>
            <a:r>
              <a:rPr lang="en-US" sz="1800" b="1" dirty="0">
                <a:solidFill>
                  <a:srgbClr val="466456"/>
                </a:solidFill>
                <a:latin typeface="Pretendard" pitchFamily="34" charset="0"/>
                <a:ea typeface="Pretendard" pitchFamily="34" charset="-122"/>
                <a:cs typeface="Pretendard" pitchFamily="34" charset="-120"/>
              </a:rPr>
              <a:t>물리</a:t>
            </a:r>
            <a:endParaRPr lang="en-US" sz="1800" dirty="0"/>
          </a:p>
        </p:txBody>
      </p:sp>
      <p:sp>
        <p:nvSpPr>
          <p:cNvPr id="24" name="t_69"/>
          <p:cNvSpPr txBox="1"/>
          <p:nvPr/>
        </p:nvSpPr>
        <p:spPr>
          <a:xfrm>
            <a:off x="4059936" y="7004304"/>
            <a:ext cx="5212080" cy="969264"/>
          </a:xfrm>
          <a:prstGeom prst="rect">
            <a:avLst/>
          </a:prstGeom>
          <a:noFill/>
          <a:ln/>
        </p:spPr>
        <p:txBody>
          <a:bodyPr wrap="square" lIns="0" tIns="0" rIns="0" bIns="0" rtlCol="0" anchor="ctr"/>
          <a:lstStyle/>
          <a:p>
            <a:pPr marL="0" indent="0">
              <a:buNone/>
            </a:pPr>
            <a:r>
              <a:rPr lang="en-US" sz="1550" dirty="0">
                <a:solidFill>
                  <a:schemeClr val="accent2">
                    <a:lumMod val="50000"/>
                  </a:schemeClr>
                </a:solidFill>
                <a:latin typeface="Pretendard" pitchFamily="34" charset="0"/>
                <a:ea typeface="Pretendard" pitchFamily="34" charset="-122"/>
                <a:cs typeface="Pretendard" pitchFamily="34" charset="-120"/>
              </a:rPr>
              <a:t>Chaos Flesh 적용 가능성 확인</a:t>
            </a:r>
            <a:endParaRPr lang="en-US" sz="1550" dirty="0">
              <a:solidFill>
                <a:schemeClr val="accent2">
                  <a:lumMod val="50000"/>
                </a:schemeClr>
              </a:solidFill>
            </a:endParaRPr>
          </a:p>
        </p:txBody>
      </p:sp>
      <p:sp>
        <p:nvSpPr>
          <p:cNvPr id="25" name="ar_70"/>
          <p:cNvSpPr/>
          <p:nvPr/>
        </p:nvSpPr>
        <p:spPr>
          <a:xfrm>
            <a:off x="9436608" y="7397496"/>
            <a:ext cx="310896" cy="182880"/>
          </a:xfrm>
          <a:prstGeom prst="rightArrow">
            <a:avLst/>
          </a:prstGeom>
          <a:solidFill>
            <a:srgbClr val="BACCC3"/>
          </a:solidFill>
          <a:ln/>
        </p:spPr>
        <p:txBody>
          <a:bodyPr/>
          <a:lstStyle/>
          <a:p>
            <a:endParaRPr lang="ko-KR" altLang="en-US"/>
          </a:p>
        </p:txBody>
      </p:sp>
      <p:sp>
        <p:nvSpPr>
          <p:cNvPr id="26" name="t_71"/>
          <p:cNvSpPr txBox="1"/>
          <p:nvPr/>
        </p:nvSpPr>
        <p:spPr>
          <a:xfrm>
            <a:off x="10277856" y="7004304"/>
            <a:ext cx="7059168" cy="969264"/>
          </a:xfrm>
          <a:prstGeom prst="rect">
            <a:avLst/>
          </a:prstGeom>
          <a:noFill/>
          <a:ln/>
        </p:spPr>
        <p:txBody>
          <a:bodyPr wrap="square" lIns="0" tIns="0" rIns="0" bIns="0" rtlCol="0" anchor="ctr"/>
          <a:lstStyle/>
          <a:p>
            <a:pPr marL="0" indent="0">
              <a:buNone/>
            </a:pPr>
            <a:r>
              <a:rPr lang="en-US" sz="1550" dirty="0">
                <a:solidFill>
                  <a:srgbClr val="222222"/>
                </a:solidFill>
                <a:latin typeface="Pretendard" pitchFamily="34" charset="0"/>
                <a:ea typeface="Pretendard" pitchFamily="34" charset="-122"/>
                <a:cs typeface="Pretendard" pitchFamily="34" charset="-120"/>
              </a:rPr>
              <a:t>TetWild 사면체 + 렌더 메시 바인딩</a:t>
            </a:r>
            <a:endParaRPr lang="en-US" sz="1550" dirty="0"/>
          </a:p>
        </p:txBody>
      </p:sp>
      <p:sp>
        <p:nvSpPr>
          <p:cNvPr id="27" name="hl_72"/>
          <p:cNvSpPr/>
          <p:nvPr/>
        </p:nvSpPr>
        <p:spPr>
          <a:xfrm>
            <a:off x="950976" y="8065008"/>
            <a:ext cx="16386048" cy="0"/>
          </a:xfrm>
          <a:prstGeom prst="line">
            <a:avLst/>
          </a:prstGeom>
          <a:noFill/>
          <a:ln w="9525">
            <a:solidFill>
              <a:srgbClr val="CDC5B9"/>
            </a:solidFill>
            <a:prstDash val="solid"/>
          </a:ln>
        </p:spPr>
        <p:txBody>
          <a:bodyPr/>
          <a:lstStyle/>
          <a:p>
            <a:endParaRPr lang="ko-KR" altLang="en-US"/>
          </a:p>
        </p:txBody>
      </p:sp>
      <p:sp>
        <p:nvSpPr>
          <p:cNvPr id="28" name="t_73"/>
          <p:cNvSpPr txBox="1"/>
          <p:nvPr/>
        </p:nvSpPr>
        <p:spPr>
          <a:xfrm>
            <a:off x="950976" y="8156448"/>
            <a:ext cx="2834640" cy="969264"/>
          </a:xfrm>
          <a:prstGeom prst="rect">
            <a:avLst/>
          </a:prstGeom>
          <a:noFill/>
          <a:ln/>
        </p:spPr>
        <p:txBody>
          <a:bodyPr wrap="square" lIns="0" tIns="0" rIns="0" bIns="0" rtlCol="0" anchor="ctr"/>
          <a:lstStyle/>
          <a:p>
            <a:pPr marL="0" indent="0">
              <a:buNone/>
            </a:pPr>
            <a:r>
              <a:rPr lang="en-US" sz="1800" b="1" dirty="0">
                <a:solidFill>
                  <a:srgbClr val="466456"/>
                </a:solidFill>
                <a:latin typeface="Pretendard" pitchFamily="34" charset="0"/>
                <a:ea typeface="Pretendard" pitchFamily="34" charset="-122"/>
                <a:cs typeface="Pretendard" pitchFamily="34" charset="-120"/>
              </a:rPr>
              <a:t>검증</a:t>
            </a:r>
            <a:endParaRPr lang="en-US" sz="1800" dirty="0"/>
          </a:p>
        </p:txBody>
      </p:sp>
      <p:sp>
        <p:nvSpPr>
          <p:cNvPr id="29" name="t_74"/>
          <p:cNvSpPr txBox="1"/>
          <p:nvPr/>
        </p:nvSpPr>
        <p:spPr>
          <a:xfrm>
            <a:off x="4059936" y="8156448"/>
            <a:ext cx="5212080" cy="969264"/>
          </a:xfrm>
          <a:prstGeom prst="rect">
            <a:avLst/>
          </a:prstGeom>
          <a:noFill/>
          <a:ln/>
        </p:spPr>
        <p:txBody>
          <a:bodyPr wrap="square" lIns="0" tIns="0" rIns="0" bIns="0" rtlCol="0" anchor="ctr"/>
          <a:lstStyle/>
          <a:p>
            <a:pPr marL="0" indent="0">
              <a:buNone/>
            </a:pPr>
            <a:r>
              <a:rPr lang="en-US" sz="1550" dirty="0">
                <a:solidFill>
                  <a:schemeClr val="accent2">
                    <a:lumMod val="50000"/>
                  </a:schemeClr>
                </a:solidFill>
                <a:latin typeface="Pretendard" pitchFamily="34" charset="0"/>
                <a:ea typeface="Pretendard" pitchFamily="34" charset="-122"/>
                <a:cs typeface="Pretendard" pitchFamily="34" charset="-120"/>
              </a:rPr>
              <a:t>눈으로 보고 판단</a:t>
            </a:r>
            <a:endParaRPr lang="en-US" sz="1550" dirty="0">
              <a:solidFill>
                <a:schemeClr val="accent2">
                  <a:lumMod val="50000"/>
                </a:schemeClr>
              </a:solidFill>
            </a:endParaRPr>
          </a:p>
        </p:txBody>
      </p:sp>
      <p:sp>
        <p:nvSpPr>
          <p:cNvPr id="30" name="ar_75"/>
          <p:cNvSpPr/>
          <p:nvPr/>
        </p:nvSpPr>
        <p:spPr>
          <a:xfrm>
            <a:off x="9436608" y="8549640"/>
            <a:ext cx="310896" cy="182880"/>
          </a:xfrm>
          <a:prstGeom prst="rightArrow">
            <a:avLst/>
          </a:prstGeom>
          <a:solidFill>
            <a:srgbClr val="BACCC3"/>
          </a:solidFill>
          <a:ln/>
        </p:spPr>
        <p:txBody>
          <a:bodyPr/>
          <a:lstStyle/>
          <a:p>
            <a:endParaRPr lang="ko-KR" altLang="en-US"/>
          </a:p>
        </p:txBody>
      </p:sp>
      <p:sp>
        <p:nvSpPr>
          <p:cNvPr id="31" name="t_76"/>
          <p:cNvSpPr txBox="1"/>
          <p:nvPr/>
        </p:nvSpPr>
        <p:spPr>
          <a:xfrm>
            <a:off x="10277856" y="8156448"/>
            <a:ext cx="7059168" cy="969264"/>
          </a:xfrm>
          <a:prstGeom prst="rect">
            <a:avLst/>
          </a:prstGeom>
          <a:noFill/>
          <a:ln/>
        </p:spPr>
        <p:txBody>
          <a:bodyPr wrap="square" lIns="0" tIns="0" rIns="0" bIns="0" rtlCol="0" anchor="ctr"/>
          <a:lstStyle/>
          <a:p>
            <a:pPr marL="0" indent="0">
              <a:buNone/>
            </a:pPr>
            <a:r>
              <a:rPr lang="en-US" sz="1550" dirty="0">
                <a:solidFill>
                  <a:srgbClr val="222222"/>
                </a:solidFill>
                <a:latin typeface="Pretendard" pitchFamily="34" charset="0"/>
                <a:ea typeface="Pretendard" pitchFamily="34" charset="-122"/>
                <a:cs typeface="Pretendard" pitchFamily="34" charset="-120"/>
              </a:rPr>
              <a:t>지표 자동 측정 + 회귀 테스트 5종</a:t>
            </a:r>
            <a:endParaRPr lang="en-US" sz="1550" dirty="0"/>
          </a:p>
        </p:txBody>
      </p:sp>
      <p:sp>
        <p:nvSpPr>
          <p:cNvPr id="32" name="hl_77"/>
          <p:cNvSpPr/>
          <p:nvPr/>
        </p:nvSpPr>
        <p:spPr>
          <a:xfrm>
            <a:off x="950976" y="9217152"/>
            <a:ext cx="16386048" cy="0"/>
          </a:xfrm>
          <a:prstGeom prst="line">
            <a:avLst/>
          </a:prstGeom>
          <a:noFill/>
          <a:ln w="9525">
            <a:solidFill>
              <a:srgbClr val="CDC5B9"/>
            </a:solidFill>
            <a:prstDash val="solid"/>
          </a:ln>
        </p:spPr>
        <p:txBody>
          <a:bodyPr/>
          <a:lstStyle/>
          <a:p>
            <a:endParaRPr lang="ko-KR" altLang="en-US"/>
          </a:p>
        </p:txBody>
      </p:sp>
      <p:sp>
        <p:nvSpPr>
          <p:cNvPr id="33" name="Slide Number Placeholder 0"/>
          <p:cNvSpPr>
            <a:spLocks noGrp="1"/>
          </p:cNvSpPr>
          <p:nvPr>
            <p:ph type="sldNum" sz="quarter" idx="4294967295"/>
          </p:nvPr>
        </p:nvSpPr>
        <p:spPr>
          <a:xfrm>
            <a:off x="16733520" y="9582912"/>
            <a:ext cx="603504"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CDC5B9"/>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950976" y="749808"/>
            <a:ext cx="9144000" cy="384048"/>
          </a:xfrm>
          <a:prstGeom prst="rect">
            <a:avLst/>
          </a:prstGeom>
          <a:noFill/>
          <a:ln/>
        </p:spPr>
        <p:txBody>
          <a:bodyPr wrap="square" lIns="0" tIns="0" rIns="0" bIns="0" rtlCol="0" anchor="ctr"/>
          <a:lstStyle/>
          <a:p>
            <a:pPr marL="0" indent="0" algn="l">
              <a:buNone/>
            </a:pPr>
            <a:r>
              <a:rPr lang="en-US" sz="1800" kern="0" spc="60" dirty="0">
                <a:solidFill>
                  <a:srgbClr val="BACCC3"/>
                </a:solidFill>
                <a:latin typeface="Pretendard" pitchFamily="34" charset="0"/>
                <a:ea typeface="Pretendard" pitchFamily="34" charset="-122"/>
                <a:cs typeface="Pretendard" pitchFamily="34" charset="-120"/>
              </a:rPr>
              <a:t>Chapter 1.</a:t>
            </a:r>
            <a:endParaRPr lang="en-US" sz="1800" dirty="0"/>
          </a:p>
        </p:txBody>
      </p:sp>
      <p:sp>
        <p:nvSpPr>
          <p:cNvPr id="3" name="Text 0"/>
          <p:cNvSpPr txBox="1">
            <a:spLocks noGrp="1"/>
          </p:cNvSpPr>
          <p:nvPr>
            <p:ph type="title" idx="101" hasCustomPrompt="1"/>
          </p:nvPr>
        </p:nvSpPr>
        <p:spPr>
          <a:xfrm>
            <a:off x="950976" y="1152144"/>
            <a:ext cx="12435840" cy="713232"/>
          </a:xfrm>
          <a:prstGeom prst="rect">
            <a:avLst/>
          </a:prstGeom>
          <a:noFill/>
          <a:ln/>
        </p:spPr>
        <p:txBody>
          <a:bodyPr wrap="square" lIns="0" tIns="0" rIns="0" bIns="0" rtlCol="0" anchor="ctr"/>
          <a:lstStyle/>
          <a:p>
            <a:pPr marL="0" indent="0" algn="l">
              <a:buNone/>
            </a:pPr>
            <a:r>
              <a:rPr lang="en-US" sz="3800" b="1" dirty="0">
                <a:solidFill>
                  <a:srgbClr val="6A7E74"/>
                </a:solidFill>
                <a:latin typeface="Pretendard" pitchFamily="34" charset="0"/>
                <a:ea typeface="Pretendard" pitchFamily="34" charset="-122"/>
                <a:cs typeface="Pretendard" pitchFamily="34" charset="-120"/>
              </a:rPr>
              <a:t>전체 파이프라인과 모듈 간 인터페이스</a:t>
            </a:r>
            <a:endParaRPr lang="en-US" sz="3800" dirty="0"/>
          </a:p>
        </p:txBody>
      </p:sp>
      <p:sp>
        <p:nvSpPr>
          <p:cNvPr id="4" name="c_80"/>
          <p:cNvSpPr/>
          <p:nvPr/>
        </p:nvSpPr>
        <p:spPr>
          <a:xfrm>
            <a:off x="1014984" y="4572000"/>
            <a:ext cx="2505456" cy="2505456"/>
          </a:xfrm>
          <a:prstGeom prst="ellipse">
            <a:avLst/>
          </a:prstGeom>
          <a:solidFill>
            <a:srgbClr val="E4DFD8"/>
          </a:solidFill>
          <a:ln/>
        </p:spPr>
        <p:txBody>
          <a:bodyPr/>
          <a:lstStyle/>
          <a:p>
            <a:endParaRPr lang="ko-KR" altLang="en-US"/>
          </a:p>
        </p:txBody>
      </p:sp>
      <p:sp>
        <p:nvSpPr>
          <p:cNvPr id="5" name="t_81"/>
          <p:cNvSpPr txBox="1"/>
          <p:nvPr/>
        </p:nvSpPr>
        <p:spPr>
          <a:xfrm>
            <a:off x="1014984" y="4572000"/>
            <a:ext cx="2505456" cy="2505456"/>
          </a:xfrm>
          <a:prstGeom prst="rect">
            <a:avLst/>
          </a:prstGeom>
          <a:noFill/>
          <a:ln/>
        </p:spPr>
        <p:txBody>
          <a:bodyPr wrap="square" lIns="0" tIns="0" rIns="0" bIns="0" rtlCol="0" anchor="ctr"/>
          <a:lstStyle/>
          <a:p>
            <a:pPr marL="0" indent="0" algn="ctr">
              <a:lnSpc>
                <a:spcPct val="115000"/>
              </a:lnSpc>
              <a:buNone/>
            </a:pPr>
            <a:endParaRPr lang="en-US" sz="1700" dirty="0"/>
          </a:p>
        </p:txBody>
      </p:sp>
      <p:sp>
        <p:nvSpPr>
          <p:cNvPr id="6" name="t_82"/>
          <p:cNvSpPr txBox="1"/>
          <p:nvPr/>
        </p:nvSpPr>
        <p:spPr>
          <a:xfrm>
            <a:off x="1106424" y="5349240"/>
            <a:ext cx="2322576" cy="420624"/>
          </a:xfrm>
          <a:prstGeom prst="rect">
            <a:avLst/>
          </a:prstGeom>
          <a:noFill/>
          <a:ln/>
        </p:spPr>
        <p:txBody>
          <a:bodyPr wrap="square" lIns="0" tIns="0" rIns="0" bIns="0" rtlCol="0" anchor="ctr"/>
          <a:lstStyle/>
          <a:p>
            <a:pPr marL="0" indent="0" algn="ctr">
              <a:buNone/>
            </a:pPr>
            <a:r>
              <a:rPr lang="en-US" sz="2400" b="1" dirty="0">
                <a:solidFill>
                  <a:srgbClr val="444444"/>
                </a:solidFill>
                <a:latin typeface="Pretendard" pitchFamily="34" charset="0"/>
                <a:ea typeface="Pretendard" pitchFamily="34" charset="-122"/>
                <a:cs typeface="Pretendard" pitchFamily="34" charset="-120"/>
              </a:rPr>
              <a:t>MIDI 파일</a:t>
            </a:r>
            <a:endParaRPr lang="en-US" sz="2400" dirty="0"/>
          </a:p>
        </p:txBody>
      </p:sp>
      <p:sp>
        <p:nvSpPr>
          <p:cNvPr id="7" name="t_83"/>
          <p:cNvSpPr txBox="1"/>
          <p:nvPr/>
        </p:nvSpPr>
        <p:spPr>
          <a:xfrm>
            <a:off x="1143000" y="5788152"/>
            <a:ext cx="2249424" cy="566928"/>
          </a:xfrm>
          <a:prstGeom prst="rect">
            <a:avLst/>
          </a:prstGeom>
          <a:noFill/>
          <a:ln/>
        </p:spPr>
        <p:txBody>
          <a:bodyPr wrap="square" lIns="0" tIns="0" rIns="0" bIns="0" rtlCol="0" anchor="t"/>
          <a:lstStyle/>
          <a:p>
            <a:pPr marL="0" indent="0" algn="ctr">
              <a:lnSpc>
                <a:spcPct val="125000"/>
              </a:lnSpc>
              <a:buNone/>
            </a:pPr>
            <a:endParaRPr lang="en-US" sz="1400" dirty="0"/>
          </a:p>
        </p:txBody>
      </p:sp>
      <p:sp>
        <p:nvSpPr>
          <p:cNvPr id="8" name="hl_84"/>
          <p:cNvSpPr/>
          <p:nvPr/>
        </p:nvSpPr>
        <p:spPr>
          <a:xfrm>
            <a:off x="3666744" y="5824728"/>
            <a:ext cx="640080" cy="0"/>
          </a:xfrm>
          <a:prstGeom prst="line">
            <a:avLst/>
          </a:prstGeom>
          <a:noFill/>
          <a:ln w="15240">
            <a:solidFill>
              <a:srgbClr val="CDC5B9"/>
            </a:solidFill>
            <a:prstDash val="solid"/>
          </a:ln>
        </p:spPr>
        <p:txBody>
          <a:bodyPr/>
          <a:lstStyle/>
          <a:p>
            <a:endParaRPr lang="ko-KR" altLang="en-US" sz="2400"/>
          </a:p>
        </p:txBody>
      </p:sp>
      <p:sp>
        <p:nvSpPr>
          <p:cNvPr id="9" name="c_85"/>
          <p:cNvSpPr/>
          <p:nvPr/>
        </p:nvSpPr>
        <p:spPr>
          <a:xfrm>
            <a:off x="4453128" y="4572000"/>
            <a:ext cx="2505456" cy="2505456"/>
          </a:xfrm>
          <a:prstGeom prst="ellipse">
            <a:avLst/>
          </a:prstGeom>
          <a:solidFill>
            <a:srgbClr val="6A7E74"/>
          </a:solidFill>
          <a:ln/>
        </p:spPr>
        <p:txBody>
          <a:bodyPr/>
          <a:lstStyle/>
          <a:p>
            <a:endParaRPr lang="ko-KR" altLang="en-US"/>
          </a:p>
        </p:txBody>
      </p:sp>
      <p:sp>
        <p:nvSpPr>
          <p:cNvPr id="10" name="t_86"/>
          <p:cNvSpPr txBox="1"/>
          <p:nvPr/>
        </p:nvSpPr>
        <p:spPr>
          <a:xfrm>
            <a:off x="4453128" y="4572000"/>
            <a:ext cx="2505456" cy="2505456"/>
          </a:xfrm>
          <a:prstGeom prst="rect">
            <a:avLst/>
          </a:prstGeom>
          <a:noFill/>
          <a:ln/>
        </p:spPr>
        <p:txBody>
          <a:bodyPr wrap="square" lIns="0" tIns="0" rIns="0" bIns="0" rtlCol="0" anchor="ctr"/>
          <a:lstStyle/>
          <a:p>
            <a:pPr marL="0" indent="0" algn="ctr">
              <a:lnSpc>
                <a:spcPct val="115000"/>
              </a:lnSpc>
              <a:buNone/>
            </a:pPr>
            <a:endParaRPr lang="en-US" sz="1700" dirty="0"/>
          </a:p>
        </p:txBody>
      </p:sp>
      <p:sp>
        <p:nvSpPr>
          <p:cNvPr id="11" name="t_87"/>
          <p:cNvSpPr txBox="1"/>
          <p:nvPr/>
        </p:nvSpPr>
        <p:spPr>
          <a:xfrm>
            <a:off x="4544568" y="5349240"/>
            <a:ext cx="2322576" cy="420624"/>
          </a:xfrm>
          <a:prstGeom prst="rect">
            <a:avLst/>
          </a:prstGeom>
          <a:noFill/>
          <a:ln/>
        </p:spPr>
        <p:txBody>
          <a:bodyPr wrap="square" lIns="0" tIns="0" rIns="0" bIns="0" rtlCol="0" anchor="ctr"/>
          <a:lstStyle/>
          <a:p>
            <a:pPr marL="0" indent="0" algn="ctr">
              <a:buNone/>
            </a:pPr>
            <a:r>
              <a:rPr lang="en-US" sz="2400" b="1" dirty="0">
                <a:solidFill>
                  <a:srgbClr val="FFFFFF"/>
                </a:solidFill>
                <a:latin typeface="Pretendard" pitchFamily="34" charset="0"/>
                <a:ea typeface="Pretendard" pitchFamily="34" charset="-122"/>
                <a:cs typeface="Pretendard" pitchFamily="34" charset="-120"/>
              </a:rPr>
              <a:t>01 운지법</a:t>
            </a:r>
            <a:endParaRPr lang="en-US" sz="2400" dirty="0"/>
          </a:p>
        </p:txBody>
      </p:sp>
      <p:sp>
        <p:nvSpPr>
          <p:cNvPr id="12" name="t_88"/>
          <p:cNvSpPr txBox="1"/>
          <p:nvPr/>
        </p:nvSpPr>
        <p:spPr>
          <a:xfrm>
            <a:off x="4581144" y="5788152"/>
            <a:ext cx="2249424" cy="566928"/>
          </a:xfrm>
          <a:prstGeom prst="rect">
            <a:avLst/>
          </a:prstGeom>
          <a:noFill/>
          <a:ln/>
        </p:spPr>
        <p:txBody>
          <a:bodyPr wrap="square" lIns="0" tIns="0" rIns="0" bIns="0" rtlCol="0" anchor="t"/>
          <a:lstStyle/>
          <a:p>
            <a:pPr marL="0" indent="0" algn="ctr">
              <a:lnSpc>
                <a:spcPct val="125000"/>
              </a:lnSpc>
              <a:buNone/>
            </a:pPr>
            <a:r>
              <a:rPr lang="en-US" sz="1400" dirty="0">
                <a:solidFill>
                  <a:srgbClr val="FFFFFF"/>
                </a:solidFill>
                <a:latin typeface="Pretendard" pitchFamily="34" charset="0"/>
                <a:ea typeface="Pretendard" pitchFamily="34" charset="-122"/>
                <a:cs typeface="Pretendard" pitchFamily="34" charset="-120"/>
              </a:rPr>
              <a:t>화음 DP + 시간 제약</a:t>
            </a:r>
            <a:endParaRPr lang="en-US" sz="1400" dirty="0"/>
          </a:p>
        </p:txBody>
      </p:sp>
      <p:sp>
        <p:nvSpPr>
          <p:cNvPr id="13" name="t_89"/>
          <p:cNvSpPr txBox="1"/>
          <p:nvPr/>
        </p:nvSpPr>
        <p:spPr>
          <a:xfrm>
            <a:off x="4453128" y="7260336"/>
            <a:ext cx="2505456" cy="310896"/>
          </a:xfrm>
          <a:prstGeom prst="rect">
            <a:avLst/>
          </a:prstGeom>
          <a:noFill/>
          <a:ln/>
        </p:spPr>
        <p:txBody>
          <a:bodyPr wrap="square" lIns="0" tIns="0" rIns="0" bIns="0" rtlCol="0" anchor="ctr"/>
          <a:lstStyle/>
          <a:p>
            <a:pPr marL="0" indent="0" algn="ctr">
              <a:buNone/>
            </a:pPr>
            <a:r>
              <a:rPr lang="en-US" sz="1300" b="1" dirty="0">
                <a:solidFill>
                  <a:srgbClr val="466456"/>
                </a:solidFill>
                <a:latin typeface="Pretendard" pitchFamily="34" charset="0"/>
                <a:ea typeface="Pretendard" pitchFamily="34" charset="-122"/>
                <a:cs typeface="Pretendard" pitchFamily="34" charset="-120"/>
              </a:rPr>
              <a:t>정근녕</a:t>
            </a:r>
            <a:endParaRPr lang="en-US" sz="1300" dirty="0"/>
          </a:p>
        </p:txBody>
      </p:sp>
      <p:sp>
        <p:nvSpPr>
          <p:cNvPr id="14" name="hl_90"/>
          <p:cNvSpPr/>
          <p:nvPr/>
        </p:nvSpPr>
        <p:spPr>
          <a:xfrm>
            <a:off x="7104888" y="5824728"/>
            <a:ext cx="640080" cy="0"/>
          </a:xfrm>
          <a:prstGeom prst="line">
            <a:avLst/>
          </a:prstGeom>
          <a:noFill/>
          <a:ln w="15240">
            <a:solidFill>
              <a:srgbClr val="CDC5B9"/>
            </a:solidFill>
            <a:prstDash val="solid"/>
          </a:ln>
        </p:spPr>
        <p:txBody>
          <a:bodyPr/>
          <a:lstStyle/>
          <a:p>
            <a:endParaRPr lang="ko-KR" altLang="en-US" sz="2400"/>
          </a:p>
        </p:txBody>
      </p:sp>
      <p:sp>
        <p:nvSpPr>
          <p:cNvPr id="15" name="c_91"/>
          <p:cNvSpPr/>
          <p:nvPr/>
        </p:nvSpPr>
        <p:spPr>
          <a:xfrm>
            <a:off x="7891272" y="4572000"/>
            <a:ext cx="2505456" cy="2505456"/>
          </a:xfrm>
          <a:prstGeom prst="ellipse">
            <a:avLst/>
          </a:prstGeom>
          <a:solidFill>
            <a:srgbClr val="466456"/>
          </a:solidFill>
          <a:ln/>
        </p:spPr>
        <p:txBody>
          <a:bodyPr/>
          <a:lstStyle/>
          <a:p>
            <a:endParaRPr lang="ko-KR" altLang="en-US"/>
          </a:p>
        </p:txBody>
      </p:sp>
      <p:sp>
        <p:nvSpPr>
          <p:cNvPr id="16" name="t_92"/>
          <p:cNvSpPr txBox="1"/>
          <p:nvPr/>
        </p:nvSpPr>
        <p:spPr>
          <a:xfrm>
            <a:off x="7891272" y="4572000"/>
            <a:ext cx="2505456" cy="2505456"/>
          </a:xfrm>
          <a:prstGeom prst="rect">
            <a:avLst/>
          </a:prstGeom>
          <a:noFill/>
          <a:ln/>
        </p:spPr>
        <p:txBody>
          <a:bodyPr wrap="square" lIns="0" tIns="0" rIns="0" bIns="0" rtlCol="0" anchor="ctr"/>
          <a:lstStyle/>
          <a:p>
            <a:pPr marL="0" indent="0" algn="ctr">
              <a:lnSpc>
                <a:spcPct val="115000"/>
              </a:lnSpc>
              <a:buNone/>
            </a:pPr>
            <a:endParaRPr lang="en-US" sz="1700" dirty="0"/>
          </a:p>
        </p:txBody>
      </p:sp>
      <p:sp>
        <p:nvSpPr>
          <p:cNvPr id="17" name="t_93"/>
          <p:cNvSpPr txBox="1"/>
          <p:nvPr/>
        </p:nvSpPr>
        <p:spPr>
          <a:xfrm>
            <a:off x="7982712" y="5349240"/>
            <a:ext cx="2322576" cy="420624"/>
          </a:xfrm>
          <a:prstGeom prst="rect">
            <a:avLst/>
          </a:prstGeom>
          <a:noFill/>
          <a:ln/>
        </p:spPr>
        <p:txBody>
          <a:bodyPr wrap="square" lIns="0" tIns="0" rIns="0" bIns="0" rtlCol="0" anchor="ctr"/>
          <a:lstStyle/>
          <a:p>
            <a:pPr marL="0" indent="0" algn="ctr">
              <a:buNone/>
            </a:pPr>
            <a:r>
              <a:rPr lang="en-US" sz="2400" b="1" dirty="0">
                <a:solidFill>
                  <a:srgbClr val="FFFFFF"/>
                </a:solidFill>
                <a:latin typeface="Pretendard" pitchFamily="34" charset="0"/>
                <a:ea typeface="Pretendard" pitchFamily="34" charset="-122"/>
                <a:cs typeface="Pretendard" pitchFamily="34" charset="-120"/>
              </a:rPr>
              <a:t>02 IK</a:t>
            </a:r>
            <a:endParaRPr lang="en-US" sz="2400" dirty="0"/>
          </a:p>
        </p:txBody>
      </p:sp>
      <p:sp>
        <p:nvSpPr>
          <p:cNvPr id="18" name="t_94"/>
          <p:cNvSpPr txBox="1"/>
          <p:nvPr/>
        </p:nvSpPr>
        <p:spPr>
          <a:xfrm>
            <a:off x="8019288" y="5788152"/>
            <a:ext cx="2249424" cy="566928"/>
          </a:xfrm>
          <a:prstGeom prst="rect">
            <a:avLst/>
          </a:prstGeom>
          <a:noFill/>
          <a:ln/>
        </p:spPr>
        <p:txBody>
          <a:bodyPr wrap="square" lIns="0" tIns="0" rIns="0" bIns="0" rtlCol="0" anchor="t"/>
          <a:lstStyle/>
          <a:p>
            <a:pPr marL="0" indent="0" algn="ctr">
              <a:lnSpc>
                <a:spcPct val="125000"/>
              </a:lnSpc>
              <a:buNone/>
            </a:pPr>
            <a:r>
              <a:rPr lang="en-US" sz="1400" dirty="0">
                <a:solidFill>
                  <a:srgbClr val="FFFFFF"/>
                </a:solidFill>
                <a:latin typeface="Pretendard" pitchFamily="34" charset="0"/>
                <a:ea typeface="Pretendard" pitchFamily="34" charset="-122"/>
                <a:cs typeface="Pretendard" pitchFamily="34" charset="-120"/>
              </a:rPr>
              <a:t>Weighted DLS</a:t>
            </a:r>
            <a:endParaRPr lang="en-US" sz="1400" dirty="0"/>
          </a:p>
        </p:txBody>
      </p:sp>
      <p:sp>
        <p:nvSpPr>
          <p:cNvPr id="19" name="t_95"/>
          <p:cNvSpPr txBox="1"/>
          <p:nvPr/>
        </p:nvSpPr>
        <p:spPr>
          <a:xfrm>
            <a:off x="7891272" y="7260336"/>
            <a:ext cx="2505456" cy="310896"/>
          </a:xfrm>
          <a:prstGeom prst="rect">
            <a:avLst/>
          </a:prstGeom>
          <a:noFill/>
          <a:ln/>
        </p:spPr>
        <p:txBody>
          <a:bodyPr wrap="square" lIns="0" tIns="0" rIns="0" bIns="0" rtlCol="0" anchor="ctr"/>
          <a:lstStyle/>
          <a:p>
            <a:pPr marL="0" indent="0" algn="ctr">
              <a:buNone/>
            </a:pPr>
            <a:r>
              <a:rPr lang="en-US" sz="1300" b="1" dirty="0">
                <a:solidFill>
                  <a:srgbClr val="466456"/>
                </a:solidFill>
                <a:latin typeface="Pretendard" pitchFamily="34" charset="0"/>
                <a:ea typeface="Pretendard" pitchFamily="34" charset="-122"/>
                <a:cs typeface="Pretendard" pitchFamily="34" charset="-120"/>
              </a:rPr>
              <a:t>한승현</a:t>
            </a:r>
            <a:endParaRPr lang="en-US" sz="1300" dirty="0"/>
          </a:p>
        </p:txBody>
      </p:sp>
      <p:sp>
        <p:nvSpPr>
          <p:cNvPr id="20" name="hl_96"/>
          <p:cNvSpPr/>
          <p:nvPr/>
        </p:nvSpPr>
        <p:spPr>
          <a:xfrm>
            <a:off x="10543032" y="5824728"/>
            <a:ext cx="640080" cy="0"/>
          </a:xfrm>
          <a:prstGeom prst="line">
            <a:avLst/>
          </a:prstGeom>
          <a:noFill/>
          <a:ln w="15240">
            <a:solidFill>
              <a:srgbClr val="CDC5B9"/>
            </a:solidFill>
            <a:prstDash val="solid"/>
          </a:ln>
        </p:spPr>
        <p:txBody>
          <a:bodyPr/>
          <a:lstStyle/>
          <a:p>
            <a:endParaRPr lang="ko-KR" altLang="en-US" sz="2400"/>
          </a:p>
        </p:txBody>
      </p:sp>
      <p:sp>
        <p:nvSpPr>
          <p:cNvPr id="21" name="c_97"/>
          <p:cNvSpPr/>
          <p:nvPr/>
        </p:nvSpPr>
        <p:spPr>
          <a:xfrm>
            <a:off x="11329416" y="4572000"/>
            <a:ext cx="2505456" cy="2505456"/>
          </a:xfrm>
          <a:prstGeom prst="ellipse">
            <a:avLst/>
          </a:prstGeom>
          <a:solidFill>
            <a:srgbClr val="6A7E74"/>
          </a:solidFill>
          <a:ln/>
        </p:spPr>
        <p:txBody>
          <a:bodyPr/>
          <a:lstStyle/>
          <a:p>
            <a:endParaRPr lang="ko-KR" altLang="en-US"/>
          </a:p>
        </p:txBody>
      </p:sp>
      <p:sp>
        <p:nvSpPr>
          <p:cNvPr id="22" name="t_98"/>
          <p:cNvSpPr txBox="1"/>
          <p:nvPr/>
        </p:nvSpPr>
        <p:spPr>
          <a:xfrm>
            <a:off x="11329416" y="4572000"/>
            <a:ext cx="2505456" cy="2505456"/>
          </a:xfrm>
          <a:prstGeom prst="rect">
            <a:avLst/>
          </a:prstGeom>
          <a:noFill/>
          <a:ln/>
        </p:spPr>
        <p:txBody>
          <a:bodyPr wrap="square" lIns="0" tIns="0" rIns="0" bIns="0" rtlCol="0" anchor="ctr"/>
          <a:lstStyle/>
          <a:p>
            <a:pPr marL="0" indent="0" algn="ctr">
              <a:lnSpc>
                <a:spcPct val="115000"/>
              </a:lnSpc>
              <a:buNone/>
            </a:pPr>
            <a:endParaRPr lang="en-US" sz="1700" dirty="0"/>
          </a:p>
        </p:txBody>
      </p:sp>
      <p:sp>
        <p:nvSpPr>
          <p:cNvPr id="23" name="t_99"/>
          <p:cNvSpPr txBox="1"/>
          <p:nvPr/>
        </p:nvSpPr>
        <p:spPr>
          <a:xfrm>
            <a:off x="11420856" y="5349240"/>
            <a:ext cx="2322576" cy="420624"/>
          </a:xfrm>
          <a:prstGeom prst="rect">
            <a:avLst/>
          </a:prstGeom>
          <a:noFill/>
          <a:ln/>
        </p:spPr>
        <p:txBody>
          <a:bodyPr wrap="square" lIns="0" tIns="0" rIns="0" bIns="0" rtlCol="0" anchor="ctr"/>
          <a:lstStyle/>
          <a:p>
            <a:pPr marL="0" indent="0" algn="ctr">
              <a:buNone/>
            </a:pPr>
            <a:r>
              <a:rPr lang="en-US" sz="2400" b="1" dirty="0">
                <a:solidFill>
                  <a:srgbClr val="FFFFFF"/>
                </a:solidFill>
                <a:latin typeface="Pretendard" pitchFamily="34" charset="0"/>
                <a:ea typeface="Pretendard" pitchFamily="34" charset="-122"/>
                <a:cs typeface="Pretendard" pitchFamily="34" charset="-120"/>
              </a:rPr>
              <a:t>03 스키닝</a:t>
            </a:r>
            <a:endParaRPr lang="en-US" sz="2400" dirty="0"/>
          </a:p>
        </p:txBody>
      </p:sp>
      <p:sp>
        <p:nvSpPr>
          <p:cNvPr id="24" name="t_100"/>
          <p:cNvSpPr txBox="1"/>
          <p:nvPr/>
        </p:nvSpPr>
        <p:spPr>
          <a:xfrm>
            <a:off x="11457432" y="5788152"/>
            <a:ext cx="2249424" cy="566928"/>
          </a:xfrm>
          <a:prstGeom prst="rect">
            <a:avLst/>
          </a:prstGeom>
          <a:noFill/>
          <a:ln/>
        </p:spPr>
        <p:txBody>
          <a:bodyPr wrap="square" lIns="0" tIns="0" rIns="0" bIns="0" rtlCol="0" anchor="t"/>
          <a:lstStyle/>
          <a:p>
            <a:pPr marL="0" indent="0" algn="ctr">
              <a:lnSpc>
                <a:spcPct val="125000"/>
              </a:lnSpc>
              <a:buNone/>
            </a:pPr>
            <a:r>
              <a:rPr lang="en-US" sz="1400" dirty="0">
                <a:solidFill>
                  <a:srgbClr val="FFFFFF"/>
                </a:solidFill>
                <a:latin typeface="Pretendard" pitchFamily="34" charset="0"/>
                <a:ea typeface="Pretendard" pitchFamily="34" charset="-122"/>
                <a:cs typeface="Pretendard" pitchFamily="34" charset="-120"/>
              </a:rPr>
              <a:t>GPU 6‑Pass · Chaos Flesh</a:t>
            </a:r>
            <a:endParaRPr lang="en-US" sz="1400" dirty="0"/>
          </a:p>
        </p:txBody>
      </p:sp>
      <p:sp>
        <p:nvSpPr>
          <p:cNvPr id="25" name="t_101"/>
          <p:cNvSpPr txBox="1"/>
          <p:nvPr/>
        </p:nvSpPr>
        <p:spPr>
          <a:xfrm>
            <a:off x="11329416" y="7260336"/>
            <a:ext cx="2505456" cy="310896"/>
          </a:xfrm>
          <a:prstGeom prst="rect">
            <a:avLst/>
          </a:prstGeom>
          <a:noFill/>
          <a:ln/>
        </p:spPr>
        <p:txBody>
          <a:bodyPr wrap="square" lIns="0" tIns="0" rIns="0" bIns="0" rtlCol="0" anchor="ctr"/>
          <a:lstStyle/>
          <a:p>
            <a:pPr marL="0" indent="0" algn="ctr">
              <a:buNone/>
            </a:pPr>
            <a:r>
              <a:rPr lang="en-US" sz="1300" b="1" dirty="0">
                <a:solidFill>
                  <a:srgbClr val="466456"/>
                </a:solidFill>
                <a:latin typeface="Pretendard" pitchFamily="34" charset="0"/>
                <a:ea typeface="Pretendard" pitchFamily="34" charset="-122"/>
                <a:cs typeface="Pretendard" pitchFamily="34" charset="-120"/>
              </a:rPr>
              <a:t>이수민 · 곽경민</a:t>
            </a:r>
            <a:endParaRPr lang="en-US" sz="1300" dirty="0"/>
          </a:p>
        </p:txBody>
      </p:sp>
      <p:sp>
        <p:nvSpPr>
          <p:cNvPr id="26" name="hl_102"/>
          <p:cNvSpPr/>
          <p:nvPr/>
        </p:nvSpPr>
        <p:spPr>
          <a:xfrm>
            <a:off x="13981176" y="5824728"/>
            <a:ext cx="640080" cy="0"/>
          </a:xfrm>
          <a:prstGeom prst="line">
            <a:avLst/>
          </a:prstGeom>
          <a:noFill/>
          <a:ln w="15240">
            <a:solidFill>
              <a:srgbClr val="CDC5B9"/>
            </a:solidFill>
            <a:prstDash val="solid"/>
          </a:ln>
        </p:spPr>
        <p:txBody>
          <a:bodyPr/>
          <a:lstStyle/>
          <a:p>
            <a:endParaRPr lang="ko-KR" altLang="en-US" sz="2400"/>
          </a:p>
        </p:txBody>
      </p:sp>
      <p:sp>
        <p:nvSpPr>
          <p:cNvPr id="27" name="c_103"/>
          <p:cNvSpPr/>
          <p:nvPr/>
        </p:nvSpPr>
        <p:spPr>
          <a:xfrm>
            <a:off x="14767560" y="4572000"/>
            <a:ext cx="2505456" cy="2505456"/>
          </a:xfrm>
          <a:prstGeom prst="ellipse">
            <a:avLst/>
          </a:prstGeom>
          <a:solidFill>
            <a:srgbClr val="E4DFD8"/>
          </a:solidFill>
          <a:ln/>
        </p:spPr>
        <p:txBody>
          <a:bodyPr/>
          <a:lstStyle/>
          <a:p>
            <a:endParaRPr lang="ko-KR" altLang="en-US"/>
          </a:p>
        </p:txBody>
      </p:sp>
      <p:sp>
        <p:nvSpPr>
          <p:cNvPr id="28" name="t_104"/>
          <p:cNvSpPr txBox="1"/>
          <p:nvPr/>
        </p:nvSpPr>
        <p:spPr>
          <a:xfrm>
            <a:off x="14767560" y="4572000"/>
            <a:ext cx="2505456" cy="2505456"/>
          </a:xfrm>
          <a:prstGeom prst="rect">
            <a:avLst/>
          </a:prstGeom>
          <a:noFill/>
          <a:ln/>
        </p:spPr>
        <p:txBody>
          <a:bodyPr wrap="square" lIns="0" tIns="0" rIns="0" bIns="0" rtlCol="0" anchor="ctr"/>
          <a:lstStyle/>
          <a:p>
            <a:pPr marL="0" indent="0" algn="ctr">
              <a:lnSpc>
                <a:spcPct val="115000"/>
              </a:lnSpc>
              <a:buNone/>
            </a:pPr>
            <a:endParaRPr lang="en-US" sz="1700" dirty="0"/>
          </a:p>
        </p:txBody>
      </p:sp>
      <p:sp>
        <p:nvSpPr>
          <p:cNvPr id="29" name="t_105"/>
          <p:cNvSpPr txBox="1"/>
          <p:nvPr/>
        </p:nvSpPr>
        <p:spPr>
          <a:xfrm>
            <a:off x="14859000" y="5181813"/>
            <a:ext cx="2322576" cy="420624"/>
          </a:xfrm>
          <a:prstGeom prst="rect">
            <a:avLst/>
          </a:prstGeom>
          <a:noFill/>
          <a:ln/>
        </p:spPr>
        <p:txBody>
          <a:bodyPr wrap="square" lIns="0" tIns="0" rIns="0" bIns="0" rtlCol="0" anchor="ctr"/>
          <a:lstStyle/>
          <a:p>
            <a:pPr marL="0" indent="0" algn="ctr">
              <a:buNone/>
            </a:pPr>
            <a:r>
              <a:rPr lang="en-US" sz="2400" b="1" dirty="0">
                <a:solidFill>
                  <a:srgbClr val="444444"/>
                </a:solidFill>
                <a:latin typeface="Pretendard" pitchFamily="34" charset="0"/>
                <a:ea typeface="Pretendard" pitchFamily="34" charset="-122"/>
                <a:cs typeface="Pretendard" pitchFamily="34" charset="-120"/>
              </a:rPr>
              <a:t>UE5 </a:t>
            </a:r>
            <a:r>
              <a:rPr lang="en-US" sz="2400" b="1" dirty="0" err="1">
                <a:solidFill>
                  <a:srgbClr val="444444"/>
                </a:solidFill>
                <a:latin typeface="Pretendard" pitchFamily="34" charset="0"/>
                <a:ea typeface="Pretendard" pitchFamily="34" charset="-122"/>
                <a:cs typeface="Pretendard" pitchFamily="34" charset="-120"/>
              </a:rPr>
              <a:t>렌더</a:t>
            </a:r>
            <a:r>
              <a:rPr lang="ko-KR" altLang="en-US" sz="2400" b="1" dirty="0">
                <a:solidFill>
                  <a:srgbClr val="444444"/>
                </a:solidFill>
                <a:latin typeface="Pretendard" pitchFamily="34" charset="0"/>
                <a:ea typeface="Pretendard" pitchFamily="34" charset="-122"/>
                <a:cs typeface="Pretendard" pitchFamily="34" charset="-120"/>
              </a:rPr>
              <a:t>링 프로그램</a:t>
            </a:r>
            <a:endParaRPr lang="en-US" sz="2400" dirty="0"/>
          </a:p>
        </p:txBody>
      </p:sp>
      <p:sp>
        <p:nvSpPr>
          <p:cNvPr id="30" name="t_106"/>
          <p:cNvSpPr txBox="1"/>
          <p:nvPr/>
        </p:nvSpPr>
        <p:spPr>
          <a:xfrm>
            <a:off x="14895576" y="5788152"/>
            <a:ext cx="2249424" cy="566928"/>
          </a:xfrm>
          <a:prstGeom prst="rect">
            <a:avLst/>
          </a:prstGeom>
          <a:noFill/>
          <a:ln/>
        </p:spPr>
        <p:txBody>
          <a:bodyPr wrap="square" lIns="0" tIns="0" rIns="0" bIns="0" rtlCol="0" anchor="t"/>
          <a:lstStyle/>
          <a:p>
            <a:pPr marL="0" indent="0" algn="ctr">
              <a:lnSpc>
                <a:spcPct val="125000"/>
              </a:lnSpc>
              <a:buNone/>
            </a:pPr>
            <a:r>
              <a:rPr lang="en-US" sz="1400" dirty="0">
                <a:solidFill>
                  <a:srgbClr val="444444"/>
                </a:solidFill>
                <a:latin typeface="Pretendard" pitchFamily="34" charset="0"/>
                <a:ea typeface="Pretendard" pitchFamily="34" charset="-122"/>
                <a:cs typeface="Pretendard" pitchFamily="34" charset="-120"/>
              </a:rPr>
              <a:t>최종 영상</a:t>
            </a:r>
            <a:endParaRPr lang="en-US" sz="1400" dirty="0"/>
          </a:p>
        </p:txBody>
      </p:sp>
      <p:sp>
        <p:nvSpPr>
          <p:cNvPr id="31" name="ifl_107"/>
          <p:cNvSpPr/>
          <p:nvPr/>
        </p:nvSpPr>
        <p:spPr>
          <a:xfrm>
            <a:off x="3986784" y="4005072"/>
            <a:ext cx="0" cy="1819656"/>
          </a:xfrm>
          <a:prstGeom prst="line">
            <a:avLst/>
          </a:prstGeom>
          <a:noFill/>
          <a:ln w="9525">
            <a:solidFill>
              <a:srgbClr val="CDC5B9"/>
            </a:solidFill>
            <a:prstDash val="sysDot"/>
          </a:ln>
        </p:spPr>
        <p:txBody>
          <a:bodyPr/>
          <a:lstStyle/>
          <a:p>
            <a:endParaRPr lang="ko-KR" altLang="en-US"/>
          </a:p>
        </p:txBody>
      </p:sp>
      <p:sp>
        <p:nvSpPr>
          <p:cNvPr id="32" name="c_108"/>
          <p:cNvSpPr/>
          <p:nvPr/>
        </p:nvSpPr>
        <p:spPr>
          <a:xfrm>
            <a:off x="3749040" y="3529584"/>
            <a:ext cx="475488" cy="475488"/>
          </a:xfrm>
          <a:prstGeom prst="ellipse">
            <a:avLst/>
          </a:prstGeom>
          <a:solidFill>
            <a:srgbClr val="466456"/>
          </a:solidFill>
          <a:ln/>
        </p:spPr>
        <p:txBody>
          <a:bodyPr/>
          <a:lstStyle/>
          <a:p>
            <a:endParaRPr lang="ko-KR" altLang="en-US"/>
          </a:p>
        </p:txBody>
      </p:sp>
      <p:sp>
        <p:nvSpPr>
          <p:cNvPr id="33" name="t_109"/>
          <p:cNvSpPr txBox="1"/>
          <p:nvPr/>
        </p:nvSpPr>
        <p:spPr>
          <a:xfrm>
            <a:off x="3749040" y="3529584"/>
            <a:ext cx="475488" cy="475488"/>
          </a:xfrm>
          <a:prstGeom prst="rect">
            <a:avLst/>
          </a:prstGeom>
          <a:noFill/>
          <a:ln/>
        </p:spPr>
        <p:txBody>
          <a:bodyPr wrap="square" lIns="0" tIns="0" rIns="0" bIns="0" rtlCol="0" anchor="ctr"/>
          <a:lstStyle/>
          <a:p>
            <a:pPr marL="0" indent="0" algn="ctr">
              <a:lnSpc>
                <a:spcPct val="115000"/>
              </a:lnSpc>
              <a:buNone/>
            </a:pPr>
            <a:r>
              <a:rPr lang="en-US" sz="1500" b="1" dirty="0">
                <a:solidFill>
                  <a:srgbClr val="FFFFFF"/>
                </a:solidFill>
                <a:latin typeface="Pretendard" pitchFamily="34" charset="0"/>
                <a:ea typeface="Pretendard" pitchFamily="34" charset="-122"/>
                <a:cs typeface="Pretendard" pitchFamily="34" charset="-120"/>
              </a:rPr>
              <a:t>A</a:t>
            </a:r>
            <a:endParaRPr lang="en-US" sz="1500" dirty="0"/>
          </a:p>
        </p:txBody>
      </p:sp>
      <p:sp>
        <p:nvSpPr>
          <p:cNvPr id="34" name="t_110"/>
          <p:cNvSpPr txBox="1"/>
          <p:nvPr/>
        </p:nvSpPr>
        <p:spPr>
          <a:xfrm>
            <a:off x="2157984" y="2670048"/>
            <a:ext cx="3657600" cy="768096"/>
          </a:xfrm>
          <a:prstGeom prst="rect">
            <a:avLst/>
          </a:prstGeom>
          <a:noFill/>
          <a:ln/>
        </p:spPr>
        <p:txBody>
          <a:bodyPr wrap="square" lIns="0" tIns="0" rIns="0" bIns="0" rtlCol="0" anchor="b"/>
          <a:lstStyle/>
          <a:p>
            <a:pPr marL="0" indent="0" algn="ctr">
              <a:lnSpc>
                <a:spcPct val="130000"/>
              </a:lnSpc>
              <a:buNone/>
            </a:pPr>
            <a:r>
              <a:rPr lang="en-US" sz="1200" dirty="0">
                <a:solidFill>
                  <a:srgbClr val="444444"/>
                </a:solidFill>
                <a:latin typeface="Consolas" pitchFamily="34" charset="0"/>
                <a:ea typeface="Consolas" pitchFamily="34" charset="-122"/>
                <a:cs typeface="Consolas" pitchFamily="34" charset="-120"/>
              </a:rPr>
              <a:t>*_polyphonic_result.json</a:t>
            </a:r>
            <a:endParaRPr lang="en-US" sz="1200" dirty="0"/>
          </a:p>
          <a:p>
            <a:pPr marL="0" indent="0" algn="ctr">
              <a:lnSpc>
                <a:spcPct val="130000"/>
              </a:lnSpc>
              <a:buNone/>
            </a:pPr>
            <a:r>
              <a:rPr lang="en-US" sz="1200" dirty="0">
                <a:solidFill>
                  <a:srgbClr val="444444"/>
                </a:solidFill>
                <a:latin typeface="Consolas" pitchFamily="34" charset="0"/>
                <a:ea typeface="Consolas" pitchFamily="34" charset="-122"/>
                <a:cs typeface="Consolas" pitchFamily="34" charset="-120"/>
              </a:rPr>
              <a:t>*_fingering.csv</a:t>
            </a:r>
            <a:endParaRPr lang="en-US" sz="1200" dirty="0"/>
          </a:p>
        </p:txBody>
      </p:sp>
      <p:sp>
        <p:nvSpPr>
          <p:cNvPr id="35" name="ifl_111"/>
          <p:cNvSpPr/>
          <p:nvPr/>
        </p:nvSpPr>
        <p:spPr>
          <a:xfrm>
            <a:off x="7424928" y="4005072"/>
            <a:ext cx="0" cy="1819656"/>
          </a:xfrm>
          <a:prstGeom prst="line">
            <a:avLst/>
          </a:prstGeom>
          <a:noFill/>
          <a:ln w="9525">
            <a:solidFill>
              <a:srgbClr val="CDC5B9"/>
            </a:solidFill>
            <a:prstDash val="sysDot"/>
          </a:ln>
        </p:spPr>
        <p:txBody>
          <a:bodyPr/>
          <a:lstStyle/>
          <a:p>
            <a:endParaRPr lang="ko-KR" altLang="en-US"/>
          </a:p>
        </p:txBody>
      </p:sp>
      <p:sp>
        <p:nvSpPr>
          <p:cNvPr id="36" name="c_112"/>
          <p:cNvSpPr/>
          <p:nvPr/>
        </p:nvSpPr>
        <p:spPr>
          <a:xfrm>
            <a:off x="7187184" y="3529584"/>
            <a:ext cx="475488" cy="475488"/>
          </a:xfrm>
          <a:prstGeom prst="ellipse">
            <a:avLst/>
          </a:prstGeom>
          <a:solidFill>
            <a:srgbClr val="466456"/>
          </a:solidFill>
          <a:ln/>
        </p:spPr>
        <p:txBody>
          <a:bodyPr/>
          <a:lstStyle/>
          <a:p>
            <a:endParaRPr lang="ko-KR" altLang="en-US"/>
          </a:p>
        </p:txBody>
      </p:sp>
      <p:sp>
        <p:nvSpPr>
          <p:cNvPr id="37" name="t_113"/>
          <p:cNvSpPr txBox="1"/>
          <p:nvPr/>
        </p:nvSpPr>
        <p:spPr>
          <a:xfrm>
            <a:off x="7187184" y="3529584"/>
            <a:ext cx="475488" cy="475488"/>
          </a:xfrm>
          <a:prstGeom prst="rect">
            <a:avLst/>
          </a:prstGeom>
          <a:noFill/>
          <a:ln/>
        </p:spPr>
        <p:txBody>
          <a:bodyPr wrap="square" lIns="0" tIns="0" rIns="0" bIns="0" rtlCol="0" anchor="ctr"/>
          <a:lstStyle/>
          <a:p>
            <a:pPr marL="0" indent="0" algn="ctr">
              <a:lnSpc>
                <a:spcPct val="115000"/>
              </a:lnSpc>
              <a:buNone/>
            </a:pPr>
            <a:r>
              <a:rPr lang="en-US" sz="1500" b="1" dirty="0">
                <a:solidFill>
                  <a:srgbClr val="FFFFFF"/>
                </a:solidFill>
                <a:latin typeface="Pretendard" pitchFamily="34" charset="0"/>
                <a:ea typeface="Pretendard" pitchFamily="34" charset="-122"/>
                <a:cs typeface="Pretendard" pitchFamily="34" charset="-120"/>
              </a:rPr>
              <a:t>B</a:t>
            </a:r>
            <a:endParaRPr lang="en-US" sz="1500" dirty="0"/>
          </a:p>
        </p:txBody>
      </p:sp>
      <p:sp>
        <p:nvSpPr>
          <p:cNvPr id="38" name="t_114"/>
          <p:cNvSpPr txBox="1"/>
          <p:nvPr/>
        </p:nvSpPr>
        <p:spPr>
          <a:xfrm>
            <a:off x="5596128" y="2670048"/>
            <a:ext cx="3657600" cy="768096"/>
          </a:xfrm>
          <a:prstGeom prst="rect">
            <a:avLst/>
          </a:prstGeom>
          <a:noFill/>
          <a:ln/>
        </p:spPr>
        <p:txBody>
          <a:bodyPr wrap="square" lIns="0" tIns="0" rIns="0" bIns="0" rtlCol="0" anchor="b"/>
          <a:lstStyle/>
          <a:p>
            <a:pPr marL="0" indent="0" algn="ctr">
              <a:lnSpc>
                <a:spcPct val="130000"/>
              </a:lnSpc>
              <a:buNone/>
            </a:pPr>
            <a:r>
              <a:rPr lang="en-US" sz="1200" dirty="0">
                <a:solidFill>
                  <a:srgbClr val="444444"/>
                </a:solidFill>
                <a:latin typeface="Consolas" pitchFamily="34" charset="0"/>
                <a:ea typeface="Consolas" pitchFamily="34" charset="-122"/>
                <a:cs typeface="Consolas" pitchFamily="34" charset="-120"/>
              </a:rPr>
              <a:t>joints.csv + wrist.csv</a:t>
            </a:r>
            <a:endParaRPr lang="en-US" sz="1200" dirty="0"/>
          </a:p>
          <a:p>
            <a:pPr marL="0" indent="0" algn="ctr">
              <a:lnSpc>
                <a:spcPct val="130000"/>
              </a:lnSpc>
              <a:buNone/>
            </a:pPr>
            <a:r>
              <a:rPr lang="en-US" sz="1200" dirty="0">
                <a:solidFill>
                  <a:srgbClr val="444444"/>
                </a:solidFill>
                <a:latin typeface="Consolas" pitchFamily="34" charset="0"/>
                <a:ea typeface="Consolas" pitchFamily="34" charset="-122"/>
                <a:cs typeface="Consolas" pitchFamily="34" charset="-120"/>
              </a:rPr>
              <a:t>30 FPS → AnimSequence</a:t>
            </a:r>
            <a:endParaRPr lang="en-US" sz="1200" dirty="0"/>
          </a:p>
        </p:txBody>
      </p:sp>
      <p:sp>
        <p:nvSpPr>
          <p:cNvPr id="39" name="ifl_115"/>
          <p:cNvSpPr/>
          <p:nvPr/>
        </p:nvSpPr>
        <p:spPr>
          <a:xfrm>
            <a:off x="10863072" y="4005072"/>
            <a:ext cx="0" cy="1819656"/>
          </a:xfrm>
          <a:prstGeom prst="line">
            <a:avLst/>
          </a:prstGeom>
          <a:noFill/>
          <a:ln w="9525">
            <a:solidFill>
              <a:srgbClr val="CDC5B9"/>
            </a:solidFill>
            <a:prstDash val="sysDot"/>
          </a:ln>
        </p:spPr>
        <p:txBody>
          <a:bodyPr/>
          <a:lstStyle/>
          <a:p>
            <a:endParaRPr lang="ko-KR" altLang="en-US"/>
          </a:p>
        </p:txBody>
      </p:sp>
      <p:sp>
        <p:nvSpPr>
          <p:cNvPr id="40" name="c_116"/>
          <p:cNvSpPr/>
          <p:nvPr/>
        </p:nvSpPr>
        <p:spPr>
          <a:xfrm>
            <a:off x="10625328" y="3529584"/>
            <a:ext cx="475488" cy="475488"/>
          </a:xfrm>
          <a:prstGeom prst="ellipse">
            <a:avLst/>
          </a:prstGeom>
          <a:solidFill>
            <a:srgbClr val="466456"/>
          </a:solidFill>
          <a:ln/>
        </p:spPr>
        <p:txBody>
          <a:bodyPr/>
          <a:lstStyle/>
          <a:p>
            <a:endParaRPr lang="ko-KR" altLang="en-US"/>
          </a:p>
        </p:txBody>
      </p:sp>
      <p:sp>
        <p:nvSpPr>
          <p:cNvPr id="41" name="t_117"/>
          <p:cNvSpPr txBox="1"/>
          <p:nvPr/>
        </p:nvSpPr>
        <p:spPr>
          <a:xfrm>
            <a:off x="10625328" y="3529584"/>
            <a:ext cx="475488" cy="475488"/>
          </a:xfrm>
          <a:prstGeom prst="rect">
            <a:avLst/>
          </a:prstGeom>
          <a:noFill/>
          <a:ln/>
        </p:spPr>
        <p:txBody>
          <a:bodyPr wrap="square" lIns="0" tIns="0" rIns="0" bIns="0" rtlCol="0" anchor="ctr"/>
          <a:lstStyle/>
          <a:p>
            <a:pPr marL="0" indent="0" algn="ctr">
              <a:lnSpc>
                <a:spcPct val="115000"/>
              </a:lnSpc>
              <a:buNone/>
            </a:pPr>
            <a:r>
              <a:rPr lang="en-US" sz="1500" b="1" dirty="0">
                <a:solidFill>
                  <a:srgbClr val="FFFFFF"/>
                </a:solidFill>
                <a:latin typeface="Pretendard" pitchFamily="34" charset="0"/>
                <a:ea typeface="Pretendard" pitchFamily="34" charset="-122"/>
                <a:cs typeface="Pretendard" pitchFamily="34" charset="-120"/>
              </a:rPr>
              <a:t>C</a:t>
            </a:r>
            <a:endParaRPr lang="en-US" sz="1500" dirty="0"/>
          </a:p>
        </p:txBody>
      </p:sp>
      <p:sp>
        <p:nvSpPr>
          <p:cNvPr id="42" name="t_118"/>
          <p:cNvSpPr txBox="1"/>
          <p:nvPr/>
        </p:nvSpPr>
        <p:spPr>
          <a:xfrm>
            <a:off x="9034272" y="2670048"/>
            <a:ext cx="3657600" cy="768096"/>
          </a:xfrm>
          <a:prstGeom prst="rect">
            <a:avLst/>
          </a:prstGeom>
          <a:noFill/>
          <a:ln/>
        </p:spPr>
        <p:txBody>
          <a:bodyPr wrap="square" lIns="0" tIns="0" rIns="0" bIns="0" rtlCol="0" anchor="b"/>
          <a:lstStyle/>
          <a:p>
            <a:pPr marL="0" indent="0" algn="ctr">
              <a:lnSpc>
                <a:spcPct val="130000"/>
              </a:lnSpc>
              <a:buNone/>
            </a:pPr>
            <a:r>
              <a:rPr lang="en-US" sz="1200" dirty="0">
                <a:solidFill>
                  <a:srgbClr val="444444"/>
                </a:solidFill>
                <a:latin typeface="Consolas" pitchFamily="34" charset="0"/>
                <a:ea typeface="Consolas" pitchFamily="34" charset="-122"/>
                <a:cs typeface="Consolas" pitchFamily="34" charset="-120"/>
              </a:rPr>
              <a:t>정점 버퍼</a:t>
            </a:r>
            <a:endParaRPr lang="en-US" sz="1200" dirty="0"/>
          </a:p>
          <a:p>
            <a:pPr marL="0" indent="0" algn="ctr">
              <a:lnSpc>
                <a:spcPct val="130000"/>
              </a:lnSpc>
              <a:buNone/>
            </a:pPr>
            <a:r>
              <a:rPr lang="en-US" sz="1200" dirty="0">
                <a:solidFill>
                  <a:srgbClr val="444444"/>
                </a:solidFill>
                <a:latin typeface="Consolas" pitchFamily="34" charset="0"/>
                <a:ea typeface="Consolas" pitchFamily="34" charset="-122"/>
                <a:cs typeface="Consolas" pitchFamily="34" charset="-120"/>
              </a:rPr>
              <a:t>lerp(스키닝, Flesh, Blend)</a:t>
            </a:r>
            <a:endParaRPr lang="en-US" sz="1200" dirty="0"/>
          </a:p>
        </p:txBody>
      </p:sp>
      <p:sp>
        <p:nvSpPr>
          <p:cNvPr id="43" name="band_119"/>
          <p:cNvSpPr/>
          <p:nvPr/>
        </p:nvSpPr>
        <p:spPr>
          <a:xfrm>
            <a:off x="950976" y="8266176"/>
            <a:ext cx="16386048" cy="1115568"/>
          </a:xfrm>
          <a:prstGeom prst="roundRect">
            <a:avLst>
              <a:gd name="adj" fmla="val 9836"/>
            </a:avLst>
          </a:prstGeom>
          <a:solidFill>
            <a:srgbClr val="E4DFD8"/>
          </a:solidFill>
          <a:ln/>
        </p:spPr>
        <p:txBody>
          <a:bodyPr/>
          <a:lstStyle/>
          <a:p>
            <a:endParaRPr lang="ko-KR" altLang="en-US"/>
          </a:p>
        </p:txBody>
      </p:sp>
      <p:sp>
        <p:nvSpPr>
          <p:cNvPr id="44" name="t_120"/>
          <p:cNvSpPr txBox="1"/>
          <p:nvPr/>
        </p:nvSpPr>
        <p:spPr>
          <a:xfrm>
            <a:off x="1353312" y="8449056"/>
            <a:ext cx="15581376" cy="768096"/>
          </a:xfrm>
          <a:prstGeom prst="rect">
            <a:avLst/>
          </a:prstGeom>
          <a:noFill/>
          <a:ln/>
        </p:spPr>
        <p:txBody>
          <a:bodyPr wrap="square" lIns="0" tIns="0" rIns="0" bIns="0" rtlCol="0" anchor="ctr"/>
          <a:lstStyle/>
          <a:p>
            <a:pPr marL="0" indent="0">
              <a:lnSpc>
                <a:spcPct val="145000"/>
              </a:lnSpc>
              <a:buNone/>
            </a:pPr>
            <a:r>
              <a:rPr lang="ko-KR" altLang="en-US" sz="1600" b="1" dirty="0">
                <a:solidFill>
                  <a:srgbClr val="466456"/>
                </a:solidFill>
                <a:latin typeface="Pretendard" pitchFamily="34" charset="0"/>
                <a:ea typeface="Pretendard" pitchFamily="34" charset="-122"/>
                <a:cs typeface="Pretendard" pitchFamily="34" charset="-120"/>
              </a:rPr>
              <a:t>현재 연동 상태 </a:t>
            </a:r>
            <a:r>
              <a:rPr lang="en-US" altLang="ko-KR" sz="1600" b="1" dirty="0">
                <a:solidFill>
                  <a:srgbClr val="466456"/>
                </a:solidFill>
                <a:latin typeface="Pretendard" pitchFamily="34" charset="0"/>
                <a:ea typeface="Pretendard" pitchFamily="34" charset="-122"/>
                <a:cs typeface="Pretendard" pitchFamily="34" charset="-120"/>
              </a:rPr>
              <a:t>: </a:t>
            </a:r>
            <a:r>
              <a:rPr lang="ko-KR" altLang="en-US" sz="1600" b="1" dirty="0">
                <a:solidFill>
                  <a:srgbClr val="466456"/>
                </a:solidFill>
                <a:latin typeface="Pretendard" pitchFamily="34" charset="0"/>
                <a:ea typeface="Pretendard" pitchFamily="34" charset="-122"/>
                <a:cs typeface="Pretendard" pitchFamily="34" charset="-120"/>
              </a:rPr>
              <a:t>데이터 연결은 했으나 아직 </a:t>
            </a:r>
            <a:r>
              <a:rPr lang="en-US" altLang="ko-KR" sz="1600" b="1" dirty="0">
                <a:solidFill>
                  <a:srgbClr val="466456"/>
                </a:solidFill>
                <a:latin typeface="Pretendard" pitchFamily="34" charset="0"/>
                <a:ea typeface="Pretendard" pitchFamily="34" charset="-122"/>
                <a:cs typeface="Pretendard" pitchFamily="34" charset="-120"/>
              </a:rPr>
              <a:t>UE </a:t>
            </a:r>
            <a:r>
              <a:rPr lang="ko-KR" altLang="en-US" sz="1600" b="1" dirty="0">
                <a:solidFill>
                  <a:srgbClr val="466456"/>
                </a:solidFill>
                <a:latin typeface="Pretendard" pitchFamily="34" charset="0"/>
                <a:ea typeface="Pretendard" pitchFamily="34" charset="-122"/>
                <a:cs typeface="Pretendard" pitchFamily="34" charset="-120"/>
              </a:rPr>
              <a:t>프로그램 미완성 </a:t>
            </a:r>
            <a:r>
              <a:rPr lang="en-US" altLang="ko-KR" sz="1600" b="1" dirty="0">
                <a:solidFill>
                  <a:srgbClr val="466456"/>
                </a:solidFill>
                <a:latin typeface="Pretendard" pitchFamily="34" charset="0"/>
                <a:ea typeface="Pretendard" pitchFamily="34" charset="-122"/>
                <a:cs typeface="Pretendard" pitchFamily="34" charset="-120"/>
              </a:rPr>
              <a:t>+ </a:t>
            </a:r>
            <a:r>
              <a:rPr lang="ko-KR" altLang="en-US" sz="1600" b="1" dirty="0">
                <a:solidFill>
                  <a:srgbClr val="466456"/>
                </a:solidFill>
                <a:latin typeface="Pretendard" pitchFamily="34" charset="0"/>
                <a:ea typeface="Pretendard" pitchFamily="34" charset="-122"/>
                <a:cs typeface="Pretendard" pitchFamily="34" charset="-120"/>
              </a:rPr>
              <a:t>각 단계별 보완 필요</a:t>
            </a:r>
            <a:endParaRPr lang="en-US" sz="1600" dirty="0"/>
          </a:p>
        </p:txBody>
      </p:sp>
      <p:sp>
        <p:nvSpPr>
          <p:cNvPr id="45" name="Slide Number Placeholder 0"/>
          <p:cNvSpPr>
            <a:spLocks noGrp="1"/>
          </p:cNvSpPr>
          <p:nvPr>
            <p:ph type="sldNum" sz="quarter" idx="4294967295"/>
          </p:nvPr>
        </p:nvSpPr>
        <p:spPr>
          <a:xfrm>
            <a:off x="16733520" y="9582912"/>
            <a:ext cx="603504"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CDC5B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_121"/>
          <p:cNvSpPr txBox="1"/>
          <p:nvPr/>
        </p:nvSpPr>
        <p:spPr>
          <a:xfrm>
            <a:off x="950976" y="3931920"/>
            <a:ext cx="7315200" cy="420624"/>
          </a:xfrm>
          <a:prstGeom prst="rect">
            <a:avLst/>
          </a:prstGeom>
          <a:noFill/>
          <a:ln/>
        </p:spPr>
        <p:txBody>
          <a:bodyPr wrap="square" lIns="0" tIns="0" rIns="0" bIns="0" rtlCol="0" anchor="ctr"/>
          <a:lstStyle/>
          <a:p>
            <a:pPr marL="0" indent="0">
              <a:buNone/>
            </a:pPr>
            <a:r>
              <a:rPr lang="en-US" sz="2000" kern="0" spc="60" dirty="0">
                <a:solidFill>
                  <a:srgbClr val="BACCC3"/>
                </a:solidFill>
                <a:latin typeface="Pretendard" pitchFamily="34" charset="0"/>
                <a:ea typeface="Pretendard" pitchFamily="34" charset="-122"/>
                <a:cs typeface="Pretendard" pitchFamily="34" charset="-120"/>
              </a:rPr>
              <a:t>Chapter 2.</a:t>
            </a:r>
            <a:endParaRPr lang="en-US" sz="2000" dirty="0"/>
          </a:p>
        </p:txBody>
      </p:sp>
      <p:sp>
        <p:nvSpPr>
          <p:cNvPr id="3" name="vb_122"/>
          <p:cNvSpPr/>
          <p:nvPr/>
        </p:nvSpPr>
        <p:spPr>
          <a:xfrm>
            <a:off x="950976" y="4498848"/>
            <a:ext cx="68580" cy="896112"/>
          </a:xfrm>
          <a:prstGeom prst="rect">
            <a:avLst/>
          </a:prstGeom>
          <a:solidFill>
            <a:srgbClr val="BACCC3"/>
          </a:solidFill>
          <a:ln/>
        </p:spPr>
        <p:txBody>
          <a:bodyPr/>
          <a:lstStyle/>
          <a:p>
            <a:endParaRPr lang="ko-KR" altLang="en-US"/>
          </a:p>
        </p:txBody>
      </p:sp>
      <p:sp>
        <p:nvSpPr>
          <p:cNvPr id="4" name="t_123"/>
          <p:cNvSpPr txBox="1"/>
          <p:nvPr/>
        </p:nvSpPr>
        <p:spPr>
          <a:xfrm>
            <a:off x="1243584" y="4462272"/>
            <a:ext cx="10058400" cy="969264"/>
          </a:xfrm>
          <a:prstGeom prst="rect">
            <a:avLst/>
          </a:prstGeom>
          <a:noFill/>
          <a:ln/>
        </p:spPr>
        <p:txBody>
          <a:bodyPr wrap="square" lIns="0" tIns="0" rIns="0" bIns="0" rtlCol="0" anchor="ctr"/>
          <a:lstStyle/>
          <a:p>
            <a:pPr marL="0" indent="0">
              <a:buNone/>
            </a:pPr>
            <a:r>
              <a:rPr lang="en-US" sz="4800" b="1" dirty="0">
                <a:solidFill>
                  <a:srgbClr val="6A7E74"/>
                </a:solidFill>
                <a:latin typeface="Pretendard" pitchFamily="34" charset="0"/>
                <a:ea typeface="Pretendard" pitchFamily="34" charset="-122"/>
                <a:cs typeface="Pretendard" pitchFamily="34" charset="-120"/>
              </a:rPr>
              <a:t>운지법 결정 엔진</a:t>
            </a:r>
            <a:endParaRPr lang="en-US" sz="4800" dirty="0"/>
          </a:p>
        </p:txBody>
      </p:sp>
      <p:sp>
        <p:nvSpPr>
          <p:cNvPr id="5" name="hl_124"/>
          <p:cNvSpPr/>
          <p:nvPr/>
        </p:nvSpPr>
        <p:spPr>
          <a:xfrm>
            <a:off x="950976" y="5724144"/>
            <a:ext cx="6995289" cy="0"/>
          </a:xfrm>
          <a:prstGeom prst="line">
            <a:avLst/>
          </a:prstGeom>
          <a:noFill/>
          <a:ln w="9525">
            <a:solidFill>
              <a:srgbClr val="CDC5B9"/>
            </a:solidFill>
            <a:prstDash val="solid"/>
          </a:ln>
        </p:spPr>
        <p:txBody>
          <a:bodyPr/>
          <a:lstStyle/>
          <a:p>
            <a:endParaRPr lang="ko-KR" altLang="en-US"/>
          </a:p>
        </p:txBody>
      </p:sp>
      <p:sp>
        <p:nvSpPr>
          <p:cNvPr id="6" name="t_125"/>
          <p:cNvSpPr txBox="1"/>
          <p:nvPr/>
        </p:nvSpPr>
        <p:spPr>
          <a:xfrm>
            <a:off x="950976" y="5943600"/>
            <a:ext cx="10424160" cy="1188720"/>
          </a:xfrm>
          <a:prstGeom prst="rect">
            <a:avLst/>
          </a:prstGeom>
          <a:noFill/>
          <a:ln/>
        </p:spPr>
        <p:txBody>
          <a:bodyPr wrap="square" lIns="0" tIns="0" rIns="0" bIns="0" rtlCol="0" anchor="t"/>
          <a:lstStyle/>
          <a:p>
            <a:pPr marL="0" indent="0">
              <a:lnSpc>
                <a:spcPct val="150000"/>
              </a:lnSpc>
              <a:buNone/>
            </a:pPr>
            <a:r>
              <a:rPr lang="en-US" sz="1550" dirty="0">
                <a:solidFill>
                  <a:srgbClr val="444444"/>
                </a:solidFill>
                <a:latin typeface="Pretendard" pitchFamily="34" charset="0"/>
                <a:ea typeface="Pretendard" pitchFamily="34" charset="-122"/>
                <a:cs typeface="Pretendard" pitchFamily="34" charset="-120"/>
              </a:rPr>
              <a:t>MIDI의 음표 하나하나에 어느 손 몇 번 손가락을 쓸지 정한다.</a:t>
            </a:r>
            <a:endParaRPr lang="en-US" sz="1550" dirty="0"/>
          </a:p>
          <a:p>
            <a:pPr marL="0" indent="0">
              <a:lnSpc>
                <a:spcPct val="150000"/>
              </a:lnSpc>
              <a:buNone/>
            </a:pPr>
            <a:r>
              <a:rPr lang="en-US" sz="1550" dirty="0">
                <a:solidFill>
                  <a:srgbClr val="444444"/>
                </a:solidFill>
                <a:latin typeface="Pretendard" pitchFamily="34" charset="0"/>
                <a:ea typeface="Pretendard" pitchFamily="34" charset="-122"/>
                <a:cs typeface="Pretendard" pitchFamily="34" charset="-120"/>
              </a:rPr>
              <a:t>사람이 실제로 칠 수 있는 손 모양이어야 하므로, 물리 제약을 만족하는 배정만 허용한다.</a:t>
            </a:r>
            <a:endParaRPr lang="en-US" sz="1550" dirty="0"/>
          </a:p>
        </p:txBody>
      </p:sp>
      <p:sp>
        <p:nvSpPr>
          <p:cNvPr id="7" name="pill_126"/>
          <p:cNvSpPr/>
          <p:nvPr/>
        </p:nvSpPr>
        <p:spPr>
          <a:xfrm>
            <a:off x="950976" y="7315200"/>
            <a:ext cx="1828800" cy="493776"/>
          </a:xfrm>
          <a:prstGeom prst="roundRect">
            <a:avLst>
              <a:gd name="adj" fmla="val 50000"/>
            </a:avLst>
          </a:prstGeom>
          <a:solidFill>
            <a:srgbClr val="E4DFD8"/>
          </a:solidFill>
          <a:ln/>
        </p:spPr>
        <p:txBody>
          <a:bodyPr/>
          <a:lstStyle/>
          <a:p>
            <a:endParaRPr lang="ko-KR" altLang="en-US"/>
          </a:p>
        </p:txBody>
      </p:sp>
      <p:sp>
        <p:nvSpPr>
          <p:cNvPr id="8" name="t_127"/>
          <p:cNvSpPr txBox="1"/>
          <p:nvPr/>
        </p:nvSpPr>
        <p:spPr>
          <a:xfrm>
            <a:off x="950976" y="7315200"/>
            <a:ext cx="1828800" cy="493776"/>
          </a:xfrm>
          <a:prstGeom prst="rect">
            <a:avLst/>
          </a:prstGeom>
          <a:noFill/>
          <a:ln/>
        </p:spPr>
        <p:txBody>
          <a:bodyPr wrap="square" lIns="0" tIns="0" rIns="0" bIns="0" rtlCol="0" anchor="ctr"/>
          <a:lstStyle/>
          <a:p>
            <a:pPr marL="0" indent="0" algn="ctr">
              <a:buNone/>
            </a:pPr>
            <a:r>
              <a:rPr lang="en-US" sz="1500" b="1" dirty="0">
                <a:solidFill>
                  <a:srgbClr val="466456"/>
                </a:solidFill>
                <a:latin typeface="Pretendard" pitchFamily="34" charset="0"/>
                <a:ea typeface="Pretendard" pitchFamily="34" charset="-122"/>
                <a:cs typeface="Pretendard" pitchFamily="34" charset="-120"/>
              </a:rPr>
              <a:t>정근녕</a:t>
            </a:r>
            <a:endParaRPr lang="en-US" sz="1500" dirty="0"/>
          </a:p>
        </p:txBody>
      </p:sp>
      <p:sp>
        <p:nvSpPr>
          <p:cNvPr id="9" name="t_128"/>
          <p:cNvSpPr txBox="1"/>
          <p:nvPr/>
        </p:nvSpPr>
        <p:spPr>
          <a:xfrm>
            <a:off x="0" y="8302752"/>
            <a:ext cx="18288000" cy="1371600"/>
          </a:xfrm>
          <a:prstGeom prst="rect">
            <a:avLst/>
          </a:prstGeom>
          <a:noFill/>
          <a:ln/>
        </p:spPr>
        <p:txBody>
          <a:bodyPr wrap="square" lIns="0" tIns="0" rIns="0" bIns="0" rtlCol="0" anchor="ctr"/>
          <a:lstStyle/>
          <a:p>
            <a:pPr marL="0" indent="0" algn="ctr">
              <a:buNone/>
            </a:pPr>
            <a:r>
              <a:rPr lang="en-US" sz="5600" b="1" kern="0" spc="300" dirty="0">
                <a:solidFill>
                  <a:srgbClr val="E4DFD8"/>
                </a:solidFill>
                <a:latin typeface="Pretendard" pitchFamily="34" charset="0"/>
                <a:ea typeface="Pretendard" pitchFamily="34" charset="-122"/>
                <a:cs typeface="Pretendard" pitchFamily="34" charset="-120"/>
              </a:rPr>
              <a:t>PIANO HAND SIMULATOR</a:t>
            </a:r>
            <a:endParaRPr lang="en-US" sz="5600" dirty="0"/>
          </a:p>
        </p:txBody>
      </p:sp>
      <p:pic>
        <p:nvPicPr>
          <p:cNvPr id="11" name="그림 10">
            <a:extLst>
              <a:ext uri="{FF2B5EF4-FFF2-40B4-BE49-F238E27FC236}">
                <a16:creationId xmlns:a16="http://schemas.microsoft.com/office/drawing/2014/main" id="{C3609B29-D230-CFFC-3C51-9989BF623749}"/>
              </a:ext>
            </a:extLst>
          </p:cNvPr>
          <p:cNvPicPr>
            <a:picLocks noChangeAspect="1"/>
          </p:cNvPicPr>
          <p:nvPr/>
        </p:nvPicPr>
        <p:blipFill>
          <a:blip r:embed="rId3"/>
          <a:stretch>
            <a:fillRect/>
          </a:stretch>
        </p:blipFill>
        <p:spPr>
          <a:xfrm>
            <a:off x="8490204" y="975186"/>
            <a:ext cx="6037032" cy="343222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3" name="그림 12">
            <a:extLst>
              <a:ext uri="{FF2B5EF4-FFF2-40B4-BE49-F238E27FC236}">
                <a16:creationId xmlns:a16="http://schemas.microsoft.com/office/drawing/2014/main" id="{E27D44C5-21DE-2589-E1C1-F9FB8E0FF4F9}"/>
              </a:ext>
            </a:extLst>
          </p:cNvPr>
          <p:cNvPicPr>
            <a:picLocks noChangeAspect="1"/>
          </p:cNvPicPr>
          <p:nvPr/>
        </p:nvPicPr>
        <p:blipFill>
          <a:blip r:embed="rId4"/>
          <a:stretch>
            <a:fillRect/>
          </a:stretch>
        </p:blipFill>
        <p:spPr>
          <a:xfrm>
            <a:off x="8490203" y="4739294"/>
            <a:ext cx="8292523" cy="282279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950976" y="749808"/>
            <a:ext cx="9144000" cy="384048"/>
          </a:xfrm>
          <a:prstGeom prst="rect">
            <a:avLst/>
          </a:prstGeom>
          <a:noFill/>
          <a:ln/>
        </p:spPr>
        <p:txBody>
          <a:bodyPr wrap="square" lIns="0" tIns="0" rIns="0" bIns="0" rtlCol="0" anchor="ctr"/>
          <a:lstStyle/>
          <a:p>
            <a:pPr marL="0" indent="0" algn="l">
              <a:buNone/>
            </a:pPr>
            <a:r>
              <a:rPr lang="en-US" sz="1800" kern="0" spc="60" dirty="0">
                <a:solidFill>
                  <a:srgbClr val="BACCC3"/>
                </a:solidFill>
                <a:latin typeface="Pretendard" pitchFamily="34" charset="0"/>
                <a:ea typeface="Pretendard" pitchFamily="34" charset="-122"/>
                <a:cs typeface="Pretendard" pitchFamily="34" charset="-120"/>
              </a:rPr>
              <a:t>Chapter 2.</a:t>
            </a:r>
            <a:endParaRPr lang="en-US" sz="1800" dirty="0"/>
          </a:p>
        </p:txBody>
      </p:sp>
      <p:sp>
        <p:nvSpPr>
          <p:cNvPr id="3" name="Text 0"/>
          <p:cNvSpPr txBox="1">
            <a:spLocks noGrp="1"/>
          </p:cNvSpPr>
          <p:nvPr>
            <p:ph type="title" idx="101" hasCustomPrompt="1"/>
          </p:nvPr>
        </p:nvSpPr>
        <p:spPr>
          <a:xfrm>
            <a:off x="950976" y="1152144"/>
            <a:ext cx="12435840" cy="713232"/>
          </a:xfrm>
          <a:prstGeom prst="rect">
            <a:avLst/>
          </a:prstGeom>
          <a:noFill/>
          <a:ln/>
        </p:spPr>
        <p:txBody>
          <a:bodyPr wrap="square" lIns="0" tIns="0" rIns="0" bIns="0" rtlCol="0" anchor="ctr"/>
          <a:lstStyle/>
          <a:p>
            <a:pPr marL="0" indent="0" algn="l">
              <a:buNone/>
            </a:pPr>
            <a:r>
              <a:rPr lang="en-US" sz="3800" b="1" dirty="0">
                <a:solidFill>
                  <a:srgbClr val="6A7E74"/>
                </a:solidFill>
                <a:latin typeface="Pretendard" pitchFamily="34" charset="0"/>
                <a:ea typeface="Pretendard" pitchFamily="34" charset="-122"/>
                <a:cs typeface="Pretendard" pitchFamily="34" charset="-120"/>
              </a:rPr>
              <a:t>모듈의 역할과 처리 흐름</a:t>
            </a:r>
            <a:endParaRPr lang="en-US" sz="3800" dirty="0"/>
          </a:p>
        </p:txBody>
      </p:sp>
      <p:sp>
        <p:nvSpPr>
          <p:cNvPr id="4" name="t_131"/>
          <p:cNvSpPr txBox="1"/>
          <p:nvPr/>
        </p:nvSpPr>
        <p:spPr>
          <a:xfrm>
            <a:off x="950976" y="2523744"/>
            <a:ext cx="16386048" cy="365760"/>
          </a:xfrm>
          <a:prstGeom prst="rect">
            <a:avLst/>
          </a:prstGeom>
          <a:noFill/>
          <a:ln/>
        </p:spPr>
        <p:txBody>
          <a:bodyPr wrap="square" lIns="0" tIns="0" rIns="0" bIns="0" rtlCol="0" anchor="ctr"/>
          <a:lstStyle/>
          <a:p>
            <a:pPr marL="0" indent="0">
              <a:buNone/>
            </a:pPr>
            <a:endParaRPr lang="en-US" sz="1600" dirty="0"/>
          </a:p>
        </p:txBody>
      </p:sp>
      <p:sp>
        <p:nvSpPr>
          <p:cNvPr id="5" name="c_132"/>
          <p:cNvSpPr/>
          <p:nvPr/>
        </p:nvSpPr>
        <p:spPr>
          <a:xfrm>
            <a:off x="1476756" y="3438144"/>
            <a:ext cx="1298448" cy="1298448"/>
          </a:xfrm>
          <a:prstGeom prst="ellipse">
            <a:avLst/>
          </a:prstGeom>
          <a:solidFill>
            <a:srgbClr val="E4DFD8"/>
          </a:solidFill>
          <a:ln/>
        </p:spPr>
        <p:txBody>
          <a:bodyPr/>
          <a:lstStyle/>
          <a:p>
            <a:endParaRPr lang="ko-KR" altLang="en-US"/>
          </a:p>
        </p:txBody>
      </p:sp>
      <p:sp>
        <p:nvSpPr>
          <p:cNvPr id="6" name="t_133"/>
          <p:cNvSpPr txBox="1"/>
          <p:nvPr/>
        </p:nvSpPr>
        <p:spPr>
          <a:xfrm>
            <a:off x="1476756" y="3438144"/>
            <a:ext cx="1298448" cy="1298448"/>
          </a:xfrm>
          <a:prstGeom prst="rect">
            <a:avLst/>
          </a:prstGeom>
          <a:noFill/>
          <a:ln/>
        </p:spPr>
        <p:txBody>
          <a:bodyPr wrap="square" lIns="0" tIns="0" rIns="0" bIns="0" rtlCol="0" anchor="ctr"/>
          <a:lstStyle/>
          <a:p>
            <a:pPr marL="0" indent="0" algn="ctr">
              <a:lnSpc>
                <a:spcPct val="115000"/>
              </a:lnSpc>
              <a:buNone/>
            </a:pPr>
            <a:r>
              <a:rPr lang="en-US" sz="2200" b="1" dirty="0">
                <a:solidFill>
                  <a:srgbClr val="466456"/>
                </a:solidFill>
                <a:latin typeface="Pretendard" pitchFamily="34" charset="0"/>
                <a:ea typeface="Pretendard" pitchFamily="34" charset="-122"/>
                <a:cs typeface="Pretendard" pitchFamily="34" charset="-120"/>
              </a:rPr>
              <a:t>1</a:t>
            </a:r>
            <a:endParaRPr lang="en-US" sz="2200" dirty="0"/>
          </a:p>
        </p:txBody>
      </p:sp>
      <p:sp>
        <p:nvSpPr>
          <p:cNvPr id="7" name="hl_134"/>
          <p:cNvSpPr/>
          <p:nvPr/>
        </p:nvSpPr>
        <p:spPr>
          <a:xfrm>
            <a:off x="2884932" y="4087368"/>
            <a:ext cx="1289304" cy="0"/>
          </a:xfrm>
          <a:prstGeom prst="line">
            <a:avLst/>
          </a:prstGeom>
          <a:noFill/>
          <a:ln w="15240">
            <a:solidFill>
              <a:srgbClr val="CDC5B9"/>
            </a:solidFill>
            <a:prstDash val="solid"/>
          </a:ln>
        </p:spPr>
        <p:txBody>
          <a:bodyPr/>
          <a:lstStyle/>
          <a:p>
            <a:endParaRPr lang="ko-KR" altLang="en-US"/>
          </a:p>
        </p:txBody>
      </p:sp>
      <p:sp>
        <p:nvSpPr>
          <p:cNvPr id="8" name="t_135"/>
          <p:cNvSpPr txBox="1"/>
          <p:nvPr/>
        </p:nvSpPr>
        <p:spPr>
          <a:xfrm>
            <a:off x="950976" y="4974336"/>
            <a:ext cx="2350008" cy="658368"/>
          </a:xfrm>
          <a:prstGeom prst="rect">
            <a:avLst/>
          </a:prstGeom>
          <a:noFill/>
          <a:ln/>
        </p:spPr>
        <p:txBody>
          <a:bodyPr wrap="square" lIns="0" tIns="0" rIns="0" bIns="0" rtlCol="0" anchor="t"/>
          <a:lstStyle/>
          <a:p>
            <a:pPr marL="0" indent="0" algn="ctr">
              <a:lnSpc>
                <a:spcPct val="120000"/>
              </a:lnSpc>
              <a:buNone/>
            </a:pPr>
            <a:r>
              <a:rPr lang="en-US" sz="1550" b="1" dirty="0">
                <a:solidFill>
                  <a:srgbClr val="222222"/>
                </a:solidFill>
                <a:latin typeface="Pretendard" pitchFamily="34" charset="0"/>
                <a:ea typeface="Pretendard" pitchFamily="34" charset="-122"/>
                <a:cs typeface="Pretendard" pitchFamily="34" charset="-120"/>
              </a:rPr>
              <a:t>MIDI 파싱</a:t>
            </a:r>
            <a:endParaRPr lang="en-US" sz="1550" dirty="0"/>
          </a:p>
        </p:txBody>
      </p:sp>
      <p:sp>
        <p:nvSpPr>
          <p:cNvPr id="9" name="t_136"/>
          <p:cNvSpPr txBox="1"/>
          <p:nvPr/>
        </p:nvSpPr>
        <p:spPr>
          <a:xfrm>
            <a:off x="950976" y="5669280"/>
            <a:ext cx="2350008" cy="914400"/>
          </a:xfrm>
          <a:prstGeom prst="rect">
            <a:avLst/>
          </a:prstGeom>
          <a:noFill/>
          <a:ln/>
        </p:spPr>
        <p:txBody>
          <a:bodyPr wrap="square" lIns="0" tIns="0" rIns="0" bIns="0" rtlCol="0" anchor="t"/>
          <a:lstStyle/>
          <a:p>
            <a:pPr marL="0" indent="0" algn="ctr">
              <a:lnSpc>
                <a:spcPct val="135000"/>
              </a:lnSpc>
              <a:buNone/>
            </a:pPr>
            <a:r>
              <a:rPr lang="en-US" sz="1250" dirty="0">
                <a:solidFill>
                  <a:srgbClr val="444444"/>
                </a:solidFill>
                <a:latin typeface="Pretendard" pitchFamily="34" charset="0"/>
                <a:ea typeface="Pretendard" pitchFamily="34" charset="-122"/>
                <a:cs typeface="Pretendard" pitchFamily="34" charset="-120"/>
              </a:rPr>
              <a:t>전 트랙 템포맵을 모아</a:t>
            </a:r>
            <a:endParaRPr lang="en-US" sz="1250" dirty="0"/>
          </a:p>
          <a:p>
            <a:pPr marL="0" indent="0" algn="ctr">
              <a:lnSpc>
                <a:spcPct val="135000"/>
              </a:lnSpc>
              <a:buNone/>
            </a:pPr>
            <a:r>
              <a:rPr lang="en-US" sz="1250" dirty="0">
                <a:solidFill>
                  <a:srgbClr val="444444"/>
                </a:solidFill>
                <a:latin typeface="Pretendard" pitchFamily="34" charset="0"/>
                <a:ea typeface="Pretendard" pitchFamily="34" charset="-122"/>
                <a:cs typeface="Pretendard" pitchFamily="34" charset="-120"/>
              </a:rPr>
              <a:t>tick → ms 로 변환</a:t>
            </a:r>
            <a:endParaRPr lang="en-US" sz="1250" dirty="0"/>
          </a:p>
        </p:txBody>
      </p:sp>
      <p:sp>
        <p:nvSpPr>
          <p:cNvPr id="10" name="c_137"/>
          <p:cNvSpPr/>
          <p:nvPr/>
        </p:nvSpPr>
        <p:spPr>
          <a:xfrm>
            <a:off x="4283964" y="3438144"/>
            <a:ext cx="1298448" cy="1298448"/>
          </a:xfrm>
          <a:prstGeom prst="ellipse">
            <a:avLst/>
          </a:prstGeom>
          <a:solidFill>
            <a:srgbClr val="E4DFD8"/>
          </a:solidFill>
          <a:ln/>
        </p:spPr>
        <p:txBody>
          <a:bodyPr/>
          <a:lstStyle/>
          <a:p>
            <a:endParaRPr lang="ko-KR" altLang="en-US"/>
          </a:p>
        </p:txBody>
      </p:sp>
      <p:sp>
        <p:nvSpPr>
          <p:cNvPr id="11" name="t_138"/>
          <p:cNvSpPr txBox="1"/>
          <p:nvPr/>
        </p:nvSpPr>
        <p:spPr>
          <a:xfrm>
            <a:off x="4283964" y="3438144"/>
            <a:ext cx="1298448" cy="1298448"/>
          </a:xfrm>
          <a:prstGeom prst="rect">
            <a:avLst/>
          </a:prstGeom>
          <a:noFill/>
          <a:ln/>
        </p:spPr>
        <p:txBody>
          <a:bodyPr wrap="square" lIns="0" tIns="0" rIns="0" bIns="0" rtlCol="0" anchor="ctr"/>
          <a:lstStyle/>
          <a:p>
            <a:pPr marL="0" indent="0" algn="ctr">
              <a:lnSpc>
                <a:spcPct val="115000"/>
              </a:lnSpc>
              <a:buNone/>
            </a:pPr>
            <a:r>
              <a:rPr lang="en-US" sz="2200" b="1" dirty="0">
                <a:solidFill>
                  <a:srgbClr val="466456"/>
                </a:solidFill>
                <a:latin typeface="Pretendard" pitchFamily="34" charset="0"/>
                <a:ea typeface="Pretendard" pitchFamily="34" charset="-122"/>
                <a:cs typeface="Pretendard" pitchFamily="34" charset="-120"/>
              </a:rPr>
              <a:t>2</a:t>
            </a:r>
            <a:endParaRPr lang="en-US" sz="2200" dirty="0"/>
          </a:p>
        </p:txBody>
      </p:sp>
      <p:sp>
        <p:nvSpPr>
          <p:cNvPr id="12" name="hl_139"/>
          <p:cNvSpPr/>
          <p:nvPr/>
        </p:nvSpPr>
        <p:spPr>
          <a:xfrm>
            <a:off x="5692140" y="4087368"/>
            <a:ext cx="1289304" cy="0"/>
          </a:xfrm>
          <a:prstGeom prst="line">
            <a:avLst/>
          </a:prstGeom>
          <a:noFill/>
          <a:ln w="15240">
            <a:solidFill>
              <a:srgbClr val="CDC5B9"/>
            </a:solidFill>
            <a:prstDash val="solid"/>
          </a:ln>
        </p:spPr>
        <p:txBody>
          <a:bodyPr/>
          <a:lstStyle/>
          <a:p>
            <a:endParaRPr lang="ko-KR" altLang="en-US"/>
          </a:p>
        </p:txBody>
      </p:sp>
      <p:sp>
        <p:nvSpPr>
          <p:cNvPr id="13" name="t_140"/>
          <p:cNvSpPr txBox="1"/>
          <p:nvPr/>
        </p:nvSpPr>
        <p:spPr>
          <a:xfrm>
            <a:off x="3758184" y="4974336"/>
            <a:ext cx="2350008" cy="658368"/>
          </a:xfrm>
          <a:prstGeom prst="rect">
            <a:avLst/>
          </a:prstGeom>
          <a:noFill/>
          <a:ln/>
        </p:spPr>
        <p:txBody>
          <a:bodyPr wrap="square" lIns="0" tIns="0" rIns="0" bIns="0" rtlCol="0" anchor="t"/>
          <a:lstStyle/>
          <a:p>
            <a:pPr marL="0" indent="0" algn="ctr">
              <a:lnSpc>
                <a:spcPct val="120000"/>
              </a:lnSpc>
              <a:buNone/>
            </a:pPr>
            <a:r>
              <a:rPr lang="en-US" sz="1550" b="1" dirty="0">
                <a:solidFill>
                  <a:srgbClr val="222222"/>
                </a:solidFill>
                <a:latin typeface="Pretendard" pitchFamily="34" charset="0"/>
                <a:ea typeface="Pretendard" pitchFamily="34" charset="-122"/>
                <a:cs typeface="Pretendard" pitchFamily="34" charset="-120"/>
              </a:rPr>
              <a:t>손 분리 · 화음 그룹화</a:t>
            </a:r>
            <a:endParaRPr lang="en-US" sz="1550" dirty="0"/>
          </a:p>
        </p:txBody>
      </p:sp>
      <p:sp>
        <p:nvSpPr>
          <p:cNvPr id="14" name="t_141"/>
          <p:cNvSpPr txBox="1"/>
          <p:nvPr/>
        </p:nvSpPr>
        <p:spPr>
          <a:xfrm>
            <a:off x="3758184" y="5669280"/>
            <a:ext cx="2350008" cy="914400"/>
          </a:xfrm>
          <a:prstGeom prst="rect">
            <a:avLst/>
          </a:prstGeom>
          <a:noFill/>
          <a:ln/>
        </p:spPr>
        <p:txBody>
          <a:bodyPr wrap="square" lIns="0" tIns="0" rIns="0" bIns="0" rtlCol="0" anchor="t"/>
          <a:lstStyle/>
          <a:p>
            <a:pPr marL="0" indent="0" algn="ctr">
              <a:lnSpc>
                <a:spcPct val="135000"/>
              </a:lnSpc>
              <a:buNone/>
            </a:pPr>
            <a:r>
              <a:rPr lang="en-US" sz="1250" dirty="0">
                <a:solidFill>
                  <a:srgbClr val="444444"/>
                </a:solidFill>
                <a:latin typeface="Pretendard" pitchFamily="34" charset="0"/>
                <a:ea typeface="Pretendard" pitchFamily="34" charset="-122"/>
                <a:cs typeface="Pretendard" pitchFamily="34" charset="-120"/>
              </a:rPr>
              <a:t>양손에 음을 나누고</a:t>
            </a:r>
            <a:endParaRPr lang="en-US" sz="1250" dirty="0"/>
          </a:p>
          <a:p>
            <a:pPr marL="0" indent="0" algn="ctr">
              <a:lnSpc>
                <a:spcPct val="135000"/>
              </a:lnSpc>
              <a:buNone/>
            </a:pPr>
            <a:r>
              <a:rPr lang="en-US" sz="1250" dirty="0">
                <a:solidFill>
                  <a:srgbClr val="444444"/>
                </a:solidFill>
                <a:latin typeface="Pretendard" pitchFamily="34" charset="0"/>
                <a:ea typeface="Pretendard" pitchFamily="34" charset="-122"/>
                <a:cs typeface="Pretendard" pitchFamily="34" charset="-120"/>
              </a:rPr>
              <a:t>동시 타건을 묶는다</a:t>
            </a:r>
            <a:endParaRPr lang="en-US" sz="1250" dirty="0"/>
          </a:p>
        </p:txBody>
      </p:sp>
      <p:sp>
        <p:nvSpPr>
          <p:cNvPr id="15" name="c_142"/>
          <p:cNvSpPr/>
          <p:nvPr/>
        </p:nvSpPr>
        <p:spPr>
          <a:xfrm>
            <a:off x="7091172" y="3438144"/>
            <a:ext cx="1298448" cy="1298448"/>
          </a:xfrm>
          <a:prstGeom prst="ellipse">
            <a:avLst/>
          </a:prstGeom>
          <a:solidFill>
            <a:srgbClr val="E4DFD8"/>
          </a:solidFill>
          <a:ln/>
        </p:spPr>
        <p:txBody>
          <a:bodyPr/>
          <a:lstStyle/>
          <a:p>
            <a:endParaRPr lang="ko-KR" altLang="en-US"/>
          </a:p>
        </p:txBody>
      </p:sp>
      <p:sp>
        <p:nvSpPr>
          <p:cNvPr id="16" name="t_143"/>
          <p:cNvSpPr txBox="1"/>
          <p:nvPr/>
        </p:nvSpPr>
        <p:spPr>
          <a:xfrm>
            <a:off x="7091172" y="3438144"/>
            <a:ext cx="1298448" cy="1298448"/>
          </a:xfrm>
          <a:prstGeom prst="rect">
            <a:avLst/>
          </a:prstGeom>
          <a:noFill/>
          <a:ln/>
        </p:spPr>
        <p:txBody>
          <a:bodyPr wrap="square" lIns="0" tIns="0" rIns="0" bIns="0" rtlCol="0" anchor="ctr"/>
          <a:lstStyle/>
          <a:p>
            <a:pPr marL="0" indent="0" algn="ctr">
              <a:lnSpc>
                <a:spcPct val="115000"/>
              </a:lnSpc>
              <a:buNone/>
            </a:pPr>
            <a:r>
              <a:rPr lang="en-US" sz="2200" b="1" dirty="0">
                <a:solidFill>
                  <a:srgbClr val="466456"/>
                </a:solidFill>
                <a:latin typeface="Pretendard" pitchFamily="34" charset="0"/>
                <a:ea typeface="Pretendard" pitchFamily="34" charset="-122"/>
                <a:cs typeface="Pretendard" pitchFamily="34" charset="-120"/>
              </a:rPr>
              <a:t>3</a:t>
            </a:r>
            <a:endParaRPr lang="en-US" sz="2200" dirty="0"/>
          </a:p>
        </p:txBody>
      </p:sp>
      <p:sp>
        <p:nvSpPr>
          <p:cNvPr id="17" name="hl_144"/>
          <p:cNvSpPr/>
          <p:nvPr/>
        </p:nvSpPr>
        <p:spPr>
          <a:xfrm>
            <a:off x="8499348" y="4087368"/>
            <a:ext cx="1289304" cy="0"/>
          </a:xfrm>
          <a:prstGeom prst="line">
            <a:avLst/>
          </a:prstGeom>
          <a:noFill/>
          <a:ln w="15240">
            <a:solidFill>
              <a:srgbClr val="CDC5B9"/>
            </a:solidFill>
            <a:prstDash val="solid"/>
          </a:ln>
        </p:spPr>
        <p:txBody>
          <a:bodyPr/>
          <a:lstStyle/>
          <a:p>
            <a:endParaRPr lang="ko-KR" altLang="en-US"/>
          </a:p>
        </p:txBody>
      </p:sp>
      <p:sp>
        <p:nvSpPr>
          <p:cNvPr id="18" name="t_145"/>
          <p:cNvSpPr txBox="1"/>
          <p:nvPr/>
        </p:nvSpPr>
        <p:spPr>
          <a:xfrm>
            <a:off x="6565392" y="4974336"/>
            <a:ext cx="2350008" cy="658368"/>
          </a:xfrm>
          <a:prstGeom prst="rect">
            <a:avLst/>
          </a:prstGeom>
          <a:noFill/>
          <a:ln/>
        </p:spPr>
        <p:txBody>
          <a:bodyPr wrap="square" lIns="0" tIns="0" rIns="0" bIns="0" rtlCol="0" anchor="t"/>
          <a:lstStyle/>
          <a:p>
            <a:pPr marL="0" indent="0" algn="ctr">
              <a:lnSpc>
                <a:spcPct val="120000"/>
              </a:lnSpc>
              <a:buNone/>
            </a:pPr>
            <a:r>
              <a:rPr lang="en-US" sz="1550" b="1" dirty="0">
                <a:solidFill>
                  <a:srgbClr val="222222"/>
                </a:solidFill>
                <a:latin typeface="Pretendard" pitchFamily="34" charset="0"/>
                <a:ea typeface="Pretendard" pitchFamily="34" charset="-122"/>
                <a:cs typeface="Pretendard" pitchFamily="34" charset="-120"/>
              </a:rPr>
              <a:t>화음 단위 DP</a:t>
            </a:r>
            <a:endParaRPr lang="en-US" sz="1550" dirty="0"/>
          </a:p>
        </p:txBody>
      </p:sp>
      <p:sp>
        <p:nvSpPr>
          <p:cNvPr id="19" name="t_146"/>
          <p:cNvSpPr txBox="1"/>
          <p:nvPr/>
        </p:nvSpPr>
        <p:spPr>
          <a:xfrm>
            <a:off x="6565392" y="5669280"/>
            <a:ext cx="2350008" cy="914400"/>
          </a:xfrm>
          <a:prstGeom prst="rect">
            <a:avLst/>
          </a:prstGeom>
          <a:noFill/>
          <a:ln/>
        </p:spPr>
        <p:txBody>
          <a:bodyPr wrap="square" lIns="0" tIns="0" rIns="0" bIns="0" rtlCol="0" anchor="t"/>
          <a:lstStyle/>
          <a:p>
            <a:pPr marL="0" indent="0" algn="ctr">
              <a:lnSpc>
                <a:spcPct val="135000"/>
              </a:lnSpc>
              <a:buNone/>
            </a:pPr>
            <a:r>
              <a:rPr lang="en-US" sz="1250" dirty="0" err="1">
                <a:solidFill>
                  <a:srgbClr val="444444"/>
                </a:solidFill>
                <a:latin typeface="Pretendard" pitchFamily="34" charset="0"/>
                <a:ea typeface="Pretendard" pitchFamily="34" charset="-122"/>
                <a:cs typeface="Pretendard" pitchFamily="34" charset="-120"/>
              </a:rPr>
              <a:t>동적</a:t>
            </a:r>
            <a:r>
              <a:rPr lang="en-US" sz="1250" dirty="0">
                <a:solidFill>
                  <a:srgbClr val="444444"/>
                </a:solidFill>
                <a:latin typeface="Pretendard" pitchFamily="34" charset="0"/>
                <a:ea typeface="Pretendard" pitchFamily="34" charset="-122"/>
                <a:cs typeface="Pretendard" pitchFamily="34" charset="-120"/>
              </a:rPr>
              <a:t> </a:t>
            </a:r>
            <a:r>
              <a:rPr lang="en-US" sz="1250" dirty="0" err="1">
                <a:solidFill>
                  <a:srgbClr val="444444"/>
                </a:solidFill>
                <a:latin typeface="Pretendard" pitchFamily="34" charset="0"/>
                <a:ea typeface="Pretendard" pitchFamily="34" charset="-122"/>
                <a:cs typeface="Pretendard" pitchFamily="34" charset="-120"/>
              </a:rPr>
              <a:t>계획법</a:t>
            </a:r>
            <a:r>
              <a:rPr lang="ko-KR" altLang="en-US" sz="1250" dirty="0">
                <a:solidFill>
                  <a:srgbClr val="444444"/>
                </a:solidFill>
                <a:latin typeface="Pretendard" pitchFamily="34" charset="0"/>
                <a:ea typeface="Pretendard" pitchFamily="34" charset="-122"/>
                <a:cs typeface="Pretendard" pitchFamily="34" charset="-120"/>
              </a:rPr>
              <a:t>으로 구현</a:t>
            </a:r>
            <a:endParaRPr lang="en-US" sz="1250" dirty="0"/>
          </a:p>
        </p:txBody>
      </p:sp>
      <p:sp>
        <p:nvSpPr>
          <p:cNvPr id="20" name="c_147"/>
          <p:cNvSpPr/>
          <p:nvPr/>
        </p:nvSpPr>
        <p:spPr>
          <a:xfrm>
            <a:off x="9898380" y="3438144"/>
            <a:ext cx="1298448" cy="1298448"/>
          </a:xfrm>
          <a:prstGeom prst="ellipse">
            <a:avLst/>
          </a:prstGeom>
          <a:solidFill>
            <a:srgbClr val="466456"/>
          </a:solidFill>
          <a:ln/>
        </p:spPr>
        <p:txBody>
          <a:bodyPr/>
          <a:lstStyle/>
          <a:p>
            <a:endParaRPr lang="ko-KR" altLang="en-US"/>
          </a:p>
        </p:txBody>
      </p:sp>
      <p:sp>
        <p:nvSpPr>
          <p:cNvPr id="21" name="t_148"/>
          <p:cNvSpPr txBox="1"/>
          <p:nvPr/>
        </p:nvSpPr>
        <p:spPr>
          <a:xfrm>
            <a:off x="9898380" y="3438144"/>
            <a:ext cx="1298448" cy="1298448"/>
          </a:xfrm>
          <a:prstGeom prst="rect">
            <a:avLst/>
          </a:prstGeom>
          <a:noFill/>
          <a:ln/>
        </p:spPr>
        <p:txBody>
          <a:bodyPr wrap="square" lIns="0" tIns="0" rIns="0" bIns="0" rtlCol="0" anchor="ctr"/>
          <a:lstStyle/>
          <a:p>
            <a:pPr marL="0" indent="0" algn="ctr">
              <a:lnSpc>
                <a:spcPct val="115000"/>
              </a:lnSpc>
              <a:buNone/>
            </a:pPr>
            <a:r>
              <a:rPr lang="en-US" sz="2200" b="1" dirty="0">
                <a:solidFill>
                  <a:srgbClr val="FFFFFF"/>
                </a:solidFill>
                <a:latin typeface="Pretendard" pitchFamily="34" charset="0"/>
                <a:ea typeface="Pretendard" pitchFamily="34" charset="-122"/>
                <a:cs typeface="Pretendard" pitchFamily="34" charset="-120"/>
              </a:rPr>
              <a:t>4</a:t>
            </a:r>
            <a:endParaRPr lang="en-US" sz="2200" dirty="0"/>
          </a:p>
        </p:txBody>
      </p:sp>
      <p:sp>
        <p:nvSpPr>
          <p:cNvPr id="22" name="hl_149"/>
          <p:cNvSpPr/>
          <p:nvPr/>
        </p:nvSpPr>
        <p:spPr>
          <a:xfrm>
            <a:off x="11306556" y="4087368"/>
            <a:ext cx="1289304" cy="0"/>
          </a:xfrm>
          <a:prstGeom prst="line">
            <a:avLst/>
          </a:prstGeom>
          <a:noFill/>
          <a:ln w="15240">
            <a:solidFill>
              <a:srgbClr val="CDC5B9"/>
            </a:solidFill>
            <a:prstDash val="solid"/>
          </a:ln>
        </p:spPr>
        <p:txBody>
          <a:bodyPr/>
          <a:lstStyle/>
          <a:p>
            <a:endParaRPr lang="ko-KR" altLang="en-US"/>
          </a:p>
        </p:txBody>
      </p:sp>
      <p:sp>
        <p:nvSpPr>
          <p:cNvPr id="23" name="t_150"/>
          <p:cNvSpPr txBox="1"/>
          <p:nvPr/>
        </p:nvSpPr>
        <p:spPr>
          <a:xfrm>
            <a:off x="9372600" y="3017520"/>
            <a:ext cx="2350008" cy="310896"/>
          </a:xfrm>
          <a:prstGeom prst="rect">
            <a:avLst/>
          </a:prstGeom>
          <a:noFill/>
          <a:ln/>
        </p:spPr>
        <p:txBody>
          <a:bodyPr wrap="square" lIns="0" tIns="0" rIns="0" bIns="0" rtlCol="0" anchor="ctr"/>
          <a:lstStyle/>
          <a:p>
            <a:pPr marL="0" indent="0" algn="ctr">
              <a:buNone/>
            </a:pPr>
            <a:r>
              <a:rPr lang="en-US" sz="1150" b="1" dirty="0">
                <a:solidFill>
                  <a:srgbClr val="466456"/>
                </a:solidFill>
                <a:latin typeface="Pretendard" pitchFamily="34" charset="0"/>
                <a:ea typeface="Pretendard" pitchFamily="34" charset="-122"/>
                <a:cs typeface="Pretendard" pitchFamily="34" charset="-120"/>
              </a:rPr>
              <a:t>2학기 신규</a:t>
            </a:r>
            <a:endParaRPr lang="en-US" sz="1150" dirty="0"/>
          </a:p>
        </p:txBody>
      </p:sp>
      <p:sp>
        <p:nvSpPr>
          <p:cNvPr id="24" name="t_151"/>
          <p:cNvSpPr txBox="1"/>
          <p:nvPr/>
        </p:nvSpPr>
        <p:spPr>
          <a:xfrm>
            <a:off x="9372600" y="4974336"/>
            <a:ext cx="2350008" cy="658368"/>
          </a:xfrm>
          <a:prstGeom prst="rect">
            <a:avLst/>
          </a:prstGeom>
          <a:noFill/>
          <a:ln/>
        </p:spPr>
        <p:txBody>
          <a:bodyPr wrap="square" lIns="0" tIns="0" rIns="0" bIns="0" rtlCol="0" anchor="t"/>
          <a:lstStyle/>
          <a:p>
            <a:pPr marL="0" indent="0" algn="ctr">
              <a:lnSpc>
                <a:spcPct val="120000"/>
              </a:lnSpc>
              <a:buNone/>
            </a:pPr>
            <a:r>
              <a:rPr lang="en-US" sz="1550" b="1" dirty="0">
                <a:solidFill>
                  <a:srgbClr val="222222"/>
                </a:solidFill>
                <a:latin typeface="Pretendard" pitchFamily="34" charset="0"/>
                <a:ea typeface="Pretendard" pitchFamily="34" charset="-122"/>
                <a:cs typeface="Pretendard" pitchFamily="34" charset="-120"/>
              </a:rPr>
              <a:t>시간 제약 해소</a:t>
            </a:r>
            <a:endParaRPr lang="en-US" sz="1550" dirty="0"/>
          </a:p>
        </p:txBody>
      </p:sp>
      <p:sp>
        <p:nvSpPr>
          <p:cNvPr id="25" name="t_152"/>
          <p:cNvSpPr txBox="1"/>
          <p:nvPr/>
        </p:nvSpPr>
        <p:spPr>
          <a:xfrm>
            <a:off x="9372600" y="5669280"/>
            <a:ext cx="2350008" cy="914400"/>
          </a:xfrm>
          <a:prstGeom prst="rect">
            <a:avLst/>
          </a:prstGeom>
          <a:noFill/>
          <a:ln/>
        </p:spPr>
        <p:txBody>
          <a:bodyPr wrap="square" lIns="0" tIns="0" rIns="0" bIns="0" rtlCol="0" anchor="t"/>
          <a:lstStyle/>
          <a:p>
            <a:pPr marL="0" indent="0" algn="ctr">
              <a:lnSpc>
                <a:spcPct val="135000"/>
              </a:lnSpc>
              <a:buNone/>
            </a:pPr>
            <a:r>
              <a:rPr lang="en-US" sz="1250" dirty="0">
                <a:solidFill>
                  <a:srgbClr val="444444"/>
                </a:solidFill>
                <a:latin typeface="Pretendard" pitchFamily="34" charset="0"/>
                <a:ea typeface="Pretendard" pitchFamily="34" charset="-122"/>
                <a:cs typeface="Pretendard" pitchFamily="34" charset="-120"/>
              </a:rPr>
              <a:t>순간 단위로 손가락 충돌과</a:t>
            </a:r>
            <a:endParaRPr lang="en-US" sz="1250" dirty="0"/>
          </a:p>
          <a:p>
            <a:pPr marL="0" indent="0" algn="ctr">
              <a:lnSpc>
                <a:spcPct val="135000"/>
              </a:lnSpc>
              <a:buNone/>
            </a:pPr>
            <a:r>
              <a:rPr lang="en-US" sz="1250" dirty="0">
                <a:solidFill>
                  <a:srgbClr val="444444"/>
                </a:solidFill>
                <a:latin typeface="Pretendard" pitchFamily="34" charset="0"/>
                <a:ea typeface="Pretendard" pitchFamily="34" charset="-122"/>
                <a:cs typeface="Pretendard" pitchFamily="34" charset="-120"/>
              </a:rPr>
              <a:t>손 범위를 다시 검사</a:t>
            </a:r>
            <a:endParaRPr lang="en-US" sz="1250" dirty="0"/>
          </a:p>
        </p:txBody>
      </p:sp>
      <p:sp>
        <p:nvSpPr>
          <p:cNvPr id="26" name="c_153"/>
          <p:cNvSpPr/>
          <p:nvPr/>
        </p:nvSpPr>
        <p:spPr>
          <a:xfrm>
            <a:off x="12705588" y="3438144"/>
            <a:ext cx="1298448" cy="1298448"/>
          </a:xfrm>
          <a:prstGeom prst="ellipse">
            <a:avLst/>
          </a:prstGeom>
          <a:solidFill>
            <a:srgbClr val="466456"/>
          </a:solidFill>
          <a:ln/>
        </p:spPr>
        <p:txBody>
          <a:bodyPr/>
          <a:lstStyle/>
          <a:p>
            <a:endParaRPr lang="ko-KR" altLang="en-US"/>
          </a:p>
        </p:txBody>
      </p:sp>
      <p:sp>
        <p:nvSpPr>
          <p:cNvPr id="27" name="t_154"/>
          <p:cNvSpPr txBox="1"/>
          <p:nvPr/>
        </p:nvSpPr>
        <p:spPr>
          <a:xfrm>
            <a:off x="12705588" y="3438144"/>
            <a:ext cx="1298448" cy="1298448"/>
          </a:xfrm>
          <a:prstGeom prst="rect">
            <a:avLst/>
          </a:prstGeom>
          <a:noFill/>
          <a:ln/>
        </p:spPr>
        <p:txBody>
          <a:bodyPr wrap="square" lIns="0" tIns="0" rIns="0" bIns="0" rtlCol="0" anchor="ctr"/>
          <a:lstStyle/>
          <a:p>
            <a:pPr marL="0" indent="0" algn="ctr">
              <a:lnSpc>
                <a:spcPct val="115000"/>
              </a:lnSpc>
              <a:buNone/>
            </a:pPr>
            <a:r>
              <a:rPr lang="en-US" sz="2200" b="1" dirty="0">
                <a:solidFill>
                  <a:srgbClr val="FFFFFF"/>
                </a:solidFill>
                <a:latin typeface="Pretendard" pitchFamily="34" charset="0"/>
                <a:ea typeface="Pretendard" pitchFamily="34" charset="-122"/>
                <a:cs typeface="Pretendard" pitchFamily="34" charset="-120"/>
              </a:rPr>
              <a:t>5</a:t>
            </a:r>
            <a:endParaRPr lang="en-US" sz="2200" dirty="0"/>
          </a:p>
        </p:txBody>
      </p:sp>
      <p:sp>
        <p:nvSpPr>
          <p:cNvPr id="28" name="hl_155"/>
          <p:cNvSpPr/>
          <p:nvPr/>
        </p:nvSpPr>
        <p:spPr>
          <a:xfrm>
            <a:off x="14113764" y="4087368"/>
            <a:ext cx="1289304" cy="0"/>
          </a:xfrm>
          <a:prstGeom prst="line">
            <a:avLst/>
          </a:prstGeom>
          <a:noFill/>
          <a:ln w="15240">
            <a:solidFill>
              <a:srgbClr val="CDC5B9"/>
            </a:solidFill>
            <a:prstDash val="solid"/>
          </a:ln>
        </p:spPr>
        <p:txBody>
          <a:bodyPr/>
          <a:lstStyle/>
          <a:p>
            <a:endParaRPr lang="ko-KR" altLang="en-US"/>
          </a:p>
        </p:txBody>
      </p:sp>
      <p:sp>
        <p:nvSpPr>
          <p:cNvPr id="29" name="t_156"/>
          <p:cNvSpPr txBox="1"/>
          <p:nvPr/>
        </p:nvSpPr>
        <p:spPr>
          <a:xfrm>
            <a:off x="12179808" y="3017520"/>
            <a:ext cx="2350008" cy="310896"/>
          </a:xfrm>
          <a:prstGeom prst="rect">
            <a:avLst/>
          </a:prstGeom>
          <a:noFill/>
          <a:ln/>
        </p:spPr>
        <p:txBody>
          <a:bodyPr wrap="square" lIns="0" tIns="0" rIns="0" bIns="0" rtlCol="0" anchor="ctr"/>
          <a:lstStyle/>
          <a:p>
            <a:pPr marL="0" indent="0" algn="ctr">
              <a:buNone/>
            </a:pPr>
            <a:r>
              <a:rPr lang="en-US" sz="1150" b="1" dirty="0">
                <a:solidFill>
                  <a:srgbClr val="466456"/>
                </a:solidFill>
                <a:latin typeface="Pretendard" pitchFamily="34" charset="0"/>
                <a:ea typeface="Pretendard" pitchFamily="34" charset="-122"/>
                <a:cs typeface="Pretendard" pitchFamily="34" charset="-120"/>
              </a:rPr>
              <a:t>2학기 신규</a:t>
            </a:r>
            <a:endParaRPr lang="en-US" sz="1150" dirty="0"/>
          </a:p>
        </p:txBody>
      </p:sp>
      <p:sp>
        <p:nvSpPr>
          <p:cNvPr id="30" name="t_157"/>
          <p:cNvSpPr txBox="1"/>
          <p:nvPr/>
        </p:nvSpPr>
        <p:spPr>
          <a:xfrm>
            <a:off x="12179808" y="4974336"/>
            <a:ext cx="2350008" cy="658368"/>
          </a:xfrm>
          <a:prstGeom prst="rect">
            <a:avLst/>
          </a:prstGeom>
          <a:noFill/>
          <a:ln/>
        </p:spPr>
        <p:txBody>
          <a:bodyPr wrap="square" lIns="0" tIns="0" rIns="0" bIns="0" rtlCol="0" anchor="t"/>
          <a:lstStyle/>
          <a:p>
            <a:pPr marL="0" indent="0" algn="ctr">
              <a:lnSpc>
                <a:spcPct val="120000"/>
              </a:lnSpc>
              <a:buNone/>
            </a:pPr>
            <a:r>
              <a:rPr lang="en-US" sz="1550" b="1" dirty="0">
                <a:solidFill>
                  <a:srgbClr val="222222"/>
                </a:solidFill>
                <a:latin typeface="Pretendard" pitchFamily="34" charset="0"/>
                <a:ea typeface="Pretendard" pitchFamily="34" charset="-122"/>
                <a:cs typeface="Pretendard" pitchFamily="34" charset="-120"/>
              </a:rPr>
              <a:t>점유 구간 산출</a:t>
            </a:r>
            <a:endParaRPr lang="en-US" sz="1550" dirty="0"/>
          </a:p>
        </p:txBody>
      </p:sp>
      <p:sp>
        <p:nvSpPr>
          <p:cNvPr id="31" name="t_158"/>
          <p:cNvSpPr txBox="1"/>
          <p:nvPr/>
        </p:nvSpPr>
        <p:spPr>
          <a:xfrm>
            <a:off x="12179808" y="5669280"/>
            <a:ext cx="2350008" cy="914400"/>
          </a:xfrm>
          <a:prstGeom prst="rect">
            <a:avLst/>
          </a:prstGeom>
          <a:noFill/>
          <a:ln/>
        </p:spPr>
        <p:txBody>
          <a:bodyPr wrap="square" lIns="0" tIns="0" rIns="0" bIns="0" rtlCol="0" anchor="t"/>
          <a:lstStyle/>
          <a:p>
            <a:pPr marL="0" indent="0" algn="ctr">
              <a:lnSpc>
                <a:spcPct val="135000"/>
              </a:lnSpc>
              <a:buNone/>
            </a:pPr>
            <a:r>
              <a:rPr lang="en-US" sz="1250" dirty="0">
                <a:solidFill>
                  <a:srgbClr val="444444"/>
                </a:solidFill>
                <a:latin typeface="Pretendard" pitchFamily="34" charset="0"/>
                <a:ea typeface="Pretendard" pitchFamily="34" charset="-122"/>
                <a:cs typeface="Pretendard" pitchFamily="34" charset="-120"/>
              </a:rPr>
              <a:t>페달을 걷어내고</a:t>
            </a:r>
            <a:endParaRPr lang="en-US" sz="1250" dirty="0"/>
          </a:p>
          <a:p>
            <a:pPr marL="0" indent="0" algn="ctr">
              <a:lnSpc>
                <a:spcPct val="135000"/>
              </a:lnSpc>
              <a:buNone/>
            </a:pPr>
            <a:r>
              <a:rPr lang="en-US" sz="1250" dirty="0">
                <a:solidFill>
                  <a:srgbClr val="444444"/>
                </a:solidFill>
                <a:latin typeface="Pretendard" pitchFamily="34" charset="0"/>
                <a:ea typeface="Pretendard" pitchFamily="34" charset="-122"/>
                <a:cs typeface="Pretendard" pitchFamily="34" charset="-120"/>
              </a:rPr>
              <a:t>key_hold_ms 를 계산</a:t>
            </a:r>
            <a:endParaRPr lang="en-US" sz="1250" dirty="0"/>
          </a:p>
        </p:txBody>
      </p:sp>
      <p:sp>
        <p:nvSpPr>
          <p:cNvPr id="32" name="c_159"/>
          <p:cNvSpPr/>
          <p:nvPr/>
        </p:nvSpPr>
        <p:spPr>
          <a:xfrm>
            <a:off x="15512796" y="3438144"/>
            <a:ext cx="1298448" cy="1298448"/>
          </a:xfrm>
          <a:prstGeom prst="ellipse">
            <a:avLst/>
          </a:prstGeom>
          <a:solidFill>
            <a:srgbClr val="E4DFD8"/>
          </a:solidFill>
          <a:ln/>
        </p:spPr>
        <p:txBody>
          <a:bodyPr/>
          <a:lstStyle/>
          <a:p>
            <a:endParaRPr lang="ko-KR" altLang="en-US"/>
          </a:p>
        </p:txBody>
      </p:sp>
      <p:sp>
        <p:nvSpPr>
          <p:cNvPr id="33" name="t_160"/>
          <p:cNvSpPr txBox="1"/>
          <p:nvPr/>
        </p:nvSpPr>
        <p:spPr>
          <a:xfrm>
            <a:off x="15512796" y="3438144"/>
            <a:ext cx="1298448" cy="1298448"/>
          </a:xfrm>
          <a:prstGeom prst="rect">
            <a:avLst/>
          </a:prstGeom>
          <a:noFill/>
          <a:ln/>
        </p:spPr>
        <p:txBody>
          <a:bodyPr wrap="square" lIns="0" tIns="0" rIns="0" bIns="0" rtlCol="0" anchor="ctr"/>
          <a:lstStyle/>
          <a:p>
            <a:pPr marL="0" indent="0" algn="ctr">
              <a:lnSpc>
                <a:spcPct val="115000"/>
              </a:lnSpc>
              <a:buNone/>
            </a:pPr>
            <a:r>
              <a:rPr lang="en-US" sz="2200" b="1" dirty="0">
                <a:solidFill>
                  <a:srgbClr val="466456"/>
                </a:solidFill>
                <a:latin typeface="Pretendard" pitchFamily="34" charset="0"/>
                <a:ea typeface="Pretendard" pitchFamily="34" charset="-122"/>
                <a:cs typeface="Pretendard" pitchFamily="34" charset="-120"/>
              </a:rPr>
              <a:t>6</a:t>
            </a:r>
            <a:endParaRPr lang="en-US" sz="2200" dirty="0"/>
          </a:p>
        </p:txBody>
      </p:sp>
      <p:sp>
        <p:nvSpPr>
          <p:cNvPr id="34" name="t_161"/>
          <p:cNvSpPr txBox="1"/>
          <p:nvPr/>
        </p:nvSpPr>
        <p:spPr>
          <a:xfrm>
            <a:off x="14987016" y="4974336"/>
            <a:ext cx="2350008" cy="658368"/>
          </a:xfrm>
          <a:prstGeom prst="rect">
            <a:avLst/>
          </a:prstGeom>
          <a:noFill/>
          <a:ln/>
        </p:spPr>
        <p:txBody>
          <a:bodyPr wrap="square" lIns="0" tIns="0" rIns="0" bIns="0" rtlCol="0" anchor="t"/>
          <a:lstStyle/>
          <a:p>
            <a:pPr marL="0" indent="0" algn="ctr">
              <a:lnSpc>
                <a:spcPct val="120000"/>
              </a:lnSpc>
              <a:buNone/>
            </a:pPr>
            <a:r>
              <a:rPr lang="en-US" sz="1550" b="1" dirty="0">
                <a:solidFill>
                  <a:srgbClr val="222222"/>
                </a:solidFill>
                <a:latin typeface="Pretendard" pitchFamily="34" charset="0"/>
                <a:ea typeface="Pretendard" pitchFamily="34" charset="-122"/>
                <a:cs typeface="Pretendard" pitchFamily="34" charset="-120"/>
              </a:rPr>
              <a:t>출력</a:t>
            </a:r>
            <a:endParaRPr lang="en-US" sz="1550" dirty="0"/>
          </a:p>
        </p:txBody>
      </p:sp>
      <p:sp>
        <p:nvSpPr>
          <p:cNvPr id="35" name="t_162"/>
          <p:cNvSpPr txBox="1"/>
          <p:nvPr/>
        </p:nvSpPr>
        <p:spPr>
          <a:xfrm>
            <a:off x="14987016" y="5669280"/>
            <a:ext cx="2350008" cy="914400"/>
          </a:xfrm>
          <a:prstGeom prst="rect">
            <a:avLst/>
          </a:prstGeom>
          <a:noFill/>
          <a:ln/>
        </p:spPr>
        <p:txBody>
          <a:bodyPr wrap="square" lIns="0" tIns="0" rIns="0" bIns="0" rtlCol="0" anchor="t"/>
          <a:lstStyle/>
          <a:p>
            <a:pPr marL="0" indent="0" algn="ctr">
              <a:lnSpc>
                <a:spcPct val="135000"/>
              </a:lnSpc>
              <a:buNone/>
            </a:pPr>
            <a:r>
              <a:rPr lang="en-US" sz="1250" dirty="0">
                <a:solidFill>
                  <a:srgbClr val="444444"/>
                </a:solidFill>
                <a:latin typeface="Pretendard" pitchFamily="34" charset="0"/>
                <a:ea typeface="Pretendard" pitchFamily="34" charset="-122"/>
                <a:cs typeface="Pretendard" pitchFamily="34" charset="-120"/>
              </a:rPr>
              <a:t>JSON / UE5 DataTable CSV</a:t>
            </a:r>
            <a:endParaRPr lang="en-US" sz="1250" dirty="0"/>
          </a:p>
          <a:p>
            <a:pPr marL="0" indent="0" algn="ctr">
              <a:lnSpc>
                <a:spcPct val="135000"/>
              </a:lnSpc>
              <a:buNone/>
            </a:pPr>
            <a:r>
              <a:rPr lang="en-US" sz="1250" dirty="0">
                <a:solidFill>
                  <a:srgbClr val="444444"/>
                </a:solidFill>
                <a:latin typeface="Pretendard" pitchFamily="34" charset="0"/>
                <a:ea typeface="Pretendard" pitchFamily="34" charset="-122"/>
                <a:cs typeface="Pretendard" pitchFamily="34" charset="-120"/>
              </a:rPr>
              <a:t>+ 평가 지표</a:t>
            </a:r>
            <a:endParaRPr lang="en-US" sz="1250" dirty="0"/>
          </a:p>
        </p:txBody>
      </p:sp>
      <p:sp>
        <p:nvSpPr>
          <p:cNvPr id="36" name="Slide Number Placeholder 0"/>
          <p:cNvSpPr>
            <a:spLocks noGrp="1"/>
          </p:cNvSpPr>
          <p:nvPr>
            <p:ph type="sldNum" sz="quarter" idx="4294967295"/>
          </p:nvPr>
        </p:nvSpPr>
        <p:spPr>
          <a:xfrm>
            <a:off x="16733520" y="9582912"/>
            <a:ext cx="603504"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CDC5B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950976" y="749808"/>
            <a:ext cx="9144000" cy="384048"/>
          </a:xfrm>
          <a:prstGeom prst="rect">
            <a:avLst/>
          </a:prstGeom>
          <a:noFill/>
          <a:ln/>
        </p:spPr>
        <p:txBody>
          <a:bodyPr wrap="square" lIns="0" tIns="0" rIns="0" bIns="0" rtlCol="0" anchor="ctr"/>
          <a:lstStyle/>
          <a:p>
            <a:pPr marL="0" indent="0" algn="l">
              <a:buNone/>
            </a:pPr>
            <a:r>
              <a:rPr lang="en-US" sz="1800" kern="0" spc="60" dirty="0">
                <a:solidFill>
                  <a:srgbClr val="BACCC3"/>
                </a:solidFill>
                <a:latin typeface="Pretendard" pitchFamily="34" charset="0"/>
                <a:ea typeface="Pretendard" pitchFamily="34" charset="-122"/>
                <a:cs typeface="Pretendard" pitchFamily="34" charset="-120"/>
              </a:rPr>
              <a:t>Chapter 2.</a:t>
            </a:r>
            <a:endParaRPr lang="en-US" sz="1800" dirty="0"/>
          </a:p>
        </p:txBody>
      </p:sp>
      <p:sp>
        <p:nvSpPr>
          <p:cNvPr id="3" name="Text 0"/>
          <p:cNvSpPr txBox="1">
            <a:spLocks noGrp="1"/>
          </p:cNvSpPr>
          <p:nvPr>
            <p:ph type="title" idx="101" hasCustomPrompt="1"/>
          </p:nvPr>
        </p:nvSpPr>
        <p:spPr>
          <a:xfrm>
            <a:off x="950976" y="1152144"/>
            <a:ext cx="12435840" cy="713232"/>
          </a:xfrm>
          <a:prstGeom prst="rect">
            <a:avLst/>
          </a:prstGeom>
          <a:noFill/>
          <a:ln/>
        </p:spPr>
        <p:txBody>
          <a:bodyPr wrap="square" lIns="0" tIns="0" rIns="0" bIns="0" rtlCol="0" anchor="ctr"/>
          <a:lstStyle/>
          <a:p>
            <a:pPr marL="0" indent="0" algn="l">
              <a:buNone/>
            </a:pPr>
            <a:r>
              <a:rPr lang="ko-KR" altLang="en-US" sz="3800" b="1" dirty="0">
                <a:solidFill>
                  <a:srgbClr val="6A7E74"/>
                </a:solidFill>
                <a:latin typeface="Pretendard" pitchFamily="34" charset="0"/>
                <a:ea typeface="Pretendard" pitchFamily="34" charset="-122"/>
                <a:cs typeface="Pretendard" pitchFamily="34" charset="-120"/>
              </a:rPr>
              <a:t>제약 보완</a:t>
            </a:r>
            <a:endParaRPr lang="en-US" sz="3800" dirty="0"/>
          </a:p>
        </p:txBody>
      </p:sp>
      <p:sp>
        <p:nvSpPr>
          <p:cNvPr id="4" name="t_165"/>
          <p:cNvSpPr txBox="1"/>
          <p:nvPr/>
        </p:nvSpPr>
        <p:spPr>
          <a:xfrm>
            <a:off x="950976" y="2523744"/>
            <a:ext cx="16386048" cy="365760"/>
          </a:xfrm>
          <a:prstGeom prst="rect">
            <a:avLst/>
          </a:prstGeom>
          <a:noFill/>
          <a:ln/>
        </p:spPr>
        <p:txBody>
          <a:bodyPr wrap="square" lIns="0" tIns="0" rIns="0" bIns="0" rtlCol="0" anchor="ctr"/>
          <a:lstStyle/>
          <a:p>
            <a:pPr marL="0" indent="0">
              <a:buNone/>
            </a:pPr>
            <a:r>
              <a:rPr lang="en-US" sz="1600" dirty="0" err="1">
                <a:solidFill>
                  <a:srgbClr val="444444"/>
                </a:solidFill>
                <a:latin typeface="Pretendard" pitchFamily="34" charset="0"/>
                <a:ea typeface="Pretendard" pitchFamily="34" charset="-122"/>
                <a:cs typeface="Pretendard" pitchFamily="34" charset="-120"/>
              </a:rPr>
              <a:t>손이</a:t>
            </a:r>
            <a:r>
              <a:rPr lang="en-US" sz="1600" dirty="0">
                <a:solidFill>
                  <a:srgbClr val="444444"/>
                </a:solidFill>
                <a:latin typeface="Pretendard" pitchFamily="34" charset="0"/>
                <a:ea typeface="Pretendard" pitchFamily="34" charset="-122"/>
                <a:cs typeface="Pretendard" pitchFamily="34" charset="-120"/>
              </a:rPr>
              <a:t> </a:t>
            </a:r>
            <a:r>
              <a:rPr lang="en-US" sz="1600" dirty="0" err="1">
                <a:solidFill>
                  <a:srgbClr val="444444"/>
                </a:solidFill>
                <a:latin typeface="Pretendard" pitchFamily="34" charset="0"/>
                <a:ea typeface="Pretendard" pitchFamily="34" charset="-122"/>
                <a:cs typeface="Pretendard" pitchFamily="34" charset="-120"/>
              </a:rPr>
              <a:t>닿는</a:t>
            </a:r>
            <a:r>
              <a:rPr lang="en-US" sz="1600" dirty="0">
                <a:solidFill>
                  <a:srgbClr val="444444"/>
                </a:solidFill>
                <a:latin typeface="Pretendard" pitchFamily="34" charset="0"/>
                <a:ea typeface="Pretendard" pitchFamily="34" charset="-122"/>
                <a:cs typeface="Pretendard" pitchFamily="34" charset="-120"/>
              </a:rPr>
              <a:t> </a:t>
            </a:r>
            <a:r>
              <a:rPr lang="en-US" sz="1600" dirty="0" err="1">
                <a:solidFill>
                  <a:srgbClr val="444444"/>
                </a:solidFill>
                <a:latin typeface="Pretendard" pitchFamily="34" charset="0"/>
                <a:ea typeface="Pretendard" pitchFamily="34" charset="-122"/>
                <a:cs typeface="Pretendard" pitchFamily="34" charset="-120"/>
              </a:rPr>
              <a:t>범위</a:t>
            </a:r>
            <a:r>
              <a:rPr lang="en-US" sz="1600" dirty="0">
                <a:solidFill>
                  <a:srgbClr val="444444"/>
                </a:solidFill>
                <a:latin typeface="Pretendard" pitchFamily="34" charset="0"/>
                <a:ea typeface="Pretendard" pitchFamily="34" charset="-122"/>
                <a:cs typeface="Pretendard" pitchFamily="34" charset="-120"/>
              </a:rPr>
              <a:t>, 한 </a:t>
            </a:r>
            <a:r>
              <a:rPr lang="en-US" sz="1600" dirty="0" err="1">
                <a:solidFill>
                  <a:srgbClr val="444444"/>
                </a:solidFill>
                <a:latin typeface="Pretendard" pitchFamily="34" charset="0"/>
                <a:ea typeface="Pretendard" pitchFamily="34" charset="-122"/>
                <a:cs typeface="Pretendard" pitchFamily="34" charset="-120"/>
              </a:rPr>
              <a:t>손가락은</a:t>
            </a:r>
            <a:r>
              <a:rPr lang="en-US" sz="1600" dirty="0">
                <a:solidFill>
                  <a:srgbClr val="444444"/>
                </a:solidFill>
                <a:latin typeface="Pretendard" pitchFamily="34" charset="0"/>
                <a:ea typeface="Pretendard" pitchFamily="34" charset="-122"/>
                <a:cs typeface="Pretendard" pitchFamily="34" charset="-120"/>
              </a:rPr>
              <a:t> 한 </a:t>
            </a:r>
            <a:r>
              <a:rPr lang="en-US" sz="1600" dirty="0" err="1">
                <a:solidFill>
                  <a:srgbClr val="444444"/>
                </a:solidFill>
                <a:latin typeface="Pretendard" pitchFamily="34" charset="0"/>
                <a:ea typeface="Pretendard" pitchFamily="34" charset="-122"/>
                <a:cs typeface="Pretendard" pitchFamily="34" charset="-120"/>
              </a:rPr>
              <a:t>건반</a:t>
            </a:r>
            <a:r>
              <a:rPr lang="en-US" sz="1600" dirty="0">
                <a:solidFill>
                  <a:srgbClr val="444444"/>
                </a:solidFill>
                <a:latin typeface="Pretendard" pitchFamily="34" charset="0"/>
                <a:ea typeface="Pretendard" pitchFamily="34" charset="-122"/>
                <a:cs typeface="Pretendard" pitchFamily="34" charset="-120"/>
              </a:rPr>
              <a:t>, </a:t>
            </a:r>
            <a:r>
              <a:rPr lang="en-US" sz="1600" dirty="0" err="1">
                <a:solidFill>
                  <a:srgbClr val="444444"/>
                </a:solidFill>
                <a:latin typeface="Pretendard" pitchFamily="34" charset="0"/>
                <a:ea typeface="Pretendard" pitchFamily="34" charset="-122"/>
                <a:cs typeface="Pretendard" pitchFamily="34" charset="-120"/>
              </a:rPr>
              <a:t>손가락</a:t>
            </a:r>
            <a:r>
              <a:rPr lang="en-US" sz="1600" dirty="0">
                <a:solidFill>
                  <a:srgbClr val="444444"/>
                </a:solidFill>
                <a:latin typeface="Pretendard" pitchFamily="34" charset="0"/>
                <a:ea typeface="Pretendard" pitchFamily="34" charset="-122"/>
                <a:cs typeface="Pretendard" pitchFamily="34" charset="-120"/>
              </a:rPr>
              <a:t> </a:t>
            </a:r>
            <a:r>
              <a:rPr lang="en-US" sz="1600" dirty="0" err="1">
                <a:solidFill>
                  <a:srgbClr val="444444"/>
                </a:solidFill>
                <a:latin typeface="Pretendard" pitchFamily="34" charset="0"/>
                <a:ea typeface="Pretendard" pitchFamily="34" charset="-122"/>
                <a:cs typeface="Pretendard" pitchFamily="34" charset="-120"/>
              </a:rPr>
              <a:t>순서</a:t>
            </a:r>
            <a:r>
              <a:rPr lang="en-US" sz="1600" dirty="0">
                <a:solidFill>
                  <a:srgbClr val="444444"/>
                </a:solidFill>
                <a:latin typeface="Pretendard" pitchFamily="34" charset="0"/>
                <a:ea typeface="Pretendard" pitchFamily="34" charset="-122"/>
                <a:cs typeface="Pretendard" pitchFamily="34" charset="-120"/>
              </a:rPr>
              <a:t> — 이 </a:t>
            </a:r>
            <a:r>
              <a:rPr lang="en-US" sz="1600" dirty="0" err="1">
                <a:solidFill>
                  <a:srgbClr val="444444"/>
                </a:solidFill>
                <a:latin typeface="Pretendard" pitchFamily="34" charset="0"/>
                <a:ea typeface="Pretendard" pitchFamily="34" charset="-122"/>
                <a:cs typeface="Pretendard" pitchFamily="34" charset="-120"/>
              </a:rPr>
              <a:t>제약들은</a:t>
            </a:r>
            <a:r>
              <a:rPr lang="en-US" sz="1600" dirty="0">
                <a:solidFill>
                  <a:srgbClr val="444444"/>
                </a:solidFill>
                <a:latin typeface="Pretendard" pitchFamily="34" charset="0"/>
                <a:ea typeface="Pretendard" pitchFamily="34" charset="-122"/>
                <a:cs typeface="Pretendard" pitchFamily="34" charset="-120"/>
              </a:rPr>
              <a:t> </a:t>
            </a:r>
            <a:r>
              <a:rPr lang="en-US" sz="1600" dirty="0" err="1">
                <a:solidFill>
                  <a:srgbClr val="444444"/>
                </a:solidFill>
                <a:latin typeface="Pretendard" pitchFamily="34" charset="0"/>
                <a:ea typeface="Pretendard" pitchFamily="34" charset="-122"/>
                <a:cs typeface="Pretendard" pitchFamily="34" charset="-120"/>
              </a:rPr>
              <a:t>모두</a:t>
            </a:r>
            <a:r>
              <a:rPr lang="en-US" sz="1600" dirty="0">
                <a:solidFill>
                  <a:srgbClr val="444444"/>
                </a:solidFill>
                <a:latin typeface="Pretendard" pitchFamily="34" charset="0"/>
                <a:ea typeface="Pretendard" pitchFamily="34" charset="-122"/>
                <a:cs typeface="Pretendard" pitchFamily="34" charset="-120"/>
              </a:rPr>
              <a:t> "</a:t>
            </a:r>
            <a:r>
              <a:rPr lang="en-US" sz="1600" dirty="0" err="1">
                <a:solidFill>
                  <a:srgbClr val="444444"/>
                </a:solidFill>
                <a:latin typeface="Pretendard" pitchFamily="34" charset="0"/>
                <a:ea typeface="Pretendard" pitchFamily="34" charset="-122"/>
                <a:cs typeface="Pretendard" pitchFamily="34" charset="-120"/>
              </a:rPr>
              <a:t>시간상의</a:t>
            </a:r>
            <a:r>
              <a:rPr lang="en-US" sz="1600" dirty="0">
                <a:solidFill>
                  <a:srgbClr val="444444"/>
                </a:solidFill>
                <a:latin typeface="Pretendard" pitchFamily="34" charset="0"/>
                <a:ea typeface="Pretendard" pitchFamily="34" charset="-122"/>
                <a:cs typeface="Pretendard" pitchFamily="34" charset="-120"/>
              </a:rPr>
              <a:t> 한 </a:t>
            </a:r>
            <a:r>
              <a:rPr lang="en-US" sz="1600" dirty="0" err="1">
                <a:solidFill>
                  <a:srgbClr val="444444"/>
                </a:solidFill>
                <a:latin typeface="Pretendard" pitchFamily="34" charset="0"/>
                <a:ea typeface="Pretendard" pitchFamily="34" charset="-122"/>
                <a:cs typeface="Pretendard" pitchFamily="34" charset="-120"/>
              </a:rPr>
              <a:t>순간"에</a:t>
            </a:r>
            <a:r>
              <a:rPr lang="en-US" sz="1600" dirty="0">
                <a:solidFill>
                  <a:srgbClr val="444444"/>
                </a:solidFill>
                <a:latin typeface="Pretendard" pitchFamily="34" charset="0"/>
                <a:ea typeface="Pretendard" pitchFamily="34" charset="-122"/>
                <a:cs typeface="Pretendard" pitchFamily="34" charset="-120"/>
              </a:rPr>
              <a:t> </a:t>
            </a:r>
            <a:r>
              <a:rPr lang="en-US" sz="1600" dirty="0" err="1">
                <a:solidFill>
                  <a:srgbClr val="444444"/>
                </a:solidFill>
                <a:latin typeface="Pretendard" pitchFamily="34" charset="0"/>
                <a:ea typeface="Pretendard" pitchFamily="34" charset="-122"/>
                <a:cs typeface="Pretendard" pitchFamily="34" charset="-120"/>
              </a:rPr>
              <a:t>성립해야</a:t>
            </a:r>
            <a:r>
              <a:rPr lang="en-US" sz="1600" dirty="0">
                <a:solidFill>
                  <a:srgbClr val="444444"/>
                </a:solidFill>
                <a:latin typeface="Pretendard" pitchFamily="34" charset="0"/>
                <a:ea typeface="Pretendard" pitchFamily="34" charset="-122"/>
                <a:cs typeface="Pretendard" pitchFamily="34" charset="-120"/>
              </a:rPr>
              <a:t> </a:t>
            </a:r>
            <a:r>
              <a:rPr lang="en-US" sz="1600" dirty="0" err="1">
                <a:solidFill>
                  <a:srgbClr val="444444"/>
                </a:solidFill>
                <a:latin typeface="Pretendard" pitchFamily="34" charset="0"/>
                <a:ea typeface="Pretendard" pitchFamily="34" charset="-122"/>
                <a:cs typeface="Pretendard" pitchFamily="34" charset="-120"/>
              </a:rPr>
              <a:t>한다</a:t>
            </a:r>
            <a:r>
              <a:rPr lang="en-US" sz="1600" dirty="0">
                <a:solidFill>
                  <a:srgbClr val="444444"/>
                </a:solidFill>
                <a:latin typeface="Pretendard" pitchFamily="34" charset="0"/>
                <a:ea typeface="Pretendard" pitchFamily="34" charset="-122"/>
                <a:cs typeface="Pretendard" pitchFamily="34" charset="-120"/>
              </a:rPr>
              <a:t>.</a:t>
            </a:r>
            <a:endParaRPr lang="en-US" sz="1600" dirty="0"/>
          </a:p>
        </p:txBody>
      </p:sp>
      <p:pic>
        <p:nvPicPr>
          <p:cNvPr id="5" name="diag_constraint" descr="C:\Users\JEONG_N_G_PC\AppData\Local\Temp\claude\D--Git-PianoHandSimulator\6f3d9562-c739-4e48-96d6-5ec586ac821c\scratchpad\img/lt_constraint_unit.png"/>
          <p:cNvPicPr>
            <a:picLocks noChangeAspect="1"/>
          </p:cNvPicPr>
          <p:nvPr/>
        </p:nvPicPr>
        <p:blipFill>
          <a:blip r:embed="rId3"/>
          <a:stretch>
            <a:fillRect/>
          </a:stretch>
        </p:blipFill>
        <p:spPr>
          <a:xfrm>
            <a:off x="1261872" y="3547872"/>
            <a:ext cx="15471648" cy="5056632"/>
          </a:xfrm>
          <a:prstGeom prst="rect">
            <a:avLst/>
          </a:prstGeom>
        </p:spPr>
      </p:pic>
      <p:sp>
        <p:nvSpPr>
          <p:cNvPr id="25" name="Slide Number Placeholder 0"/>
          <p:cNvSpPr>
            <a:spLocks noGrp="1"/>
          </p:cNvSpPr>
          <p:nvPr>
            <p:ph type="sldNum" sz="quarter" idx="4294967295"/>
          </p:nvPr>
        </p:nvSpPr>
        <p:spPr>
          <a:xfrm>
            <a:off x="16733520" y="9582912"/>
            <a:ext cx="603504"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CDC5B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950976" y="749808"/>
            <a:ext cx="9144000" cy="384048"/>
          </a:xfrm>
          <a:prstGeom prst="rect">
            <a:avLst/>
          </a:prstGeom>
          <a:noFill/>
          <a:ln/>
        </p:spPr>
        <p:txBody>
          <a:bodyPr wrap="square" lIns="0" tIns="0" rIns="0" bIns="0" rtlCol="0" anchor="ctr"/>
          <a:lstStyle/>
          <a:p>
            <a:pPr marL="0" indent="0" algn="l">
              <a:buNone/>
            </a:pPr>
            <a:r>
              <a:rPr lang="en-US" sz="1800" kern="0" spc="60" dirty="0">
                <a:solidFill>
                  <a:srgbClr val="BACCC3"/>
                </a:solidFill>
                <a:latin typeface="Pretendard" pitchFamily="34" charset="0"/>
                <a:ea typeface="Pretendard" pitchFamily="34" charset="-122"/>
                <a:cs typeface="Pretendard" pitchFamily="34" charset="-120"/>
              </a:rPr>
              <a:t>Chapter 2.</a:t>
            </a:r>
            <a:endParaRPr lang="en-US" sz="1800" dirty="0"/>
          </a:p>
        </p:txBody>
      </p:sp>
      <p:sp>
        <p:nvSpPr>
          <p:cNvPr id="3" name="Text 0"/>
          <p:cNvSpPr txBox="1">
            <a:spLocks noGrp="1"/>
          </p:cNvSpPr>
          <p:nvPr>
            <p:ph type="title" idx="101" hasCustomPrompt="1"/>
          </p:nvPr>
        </p:nvSpPr>
        <p:spPr>
          <a:xfrm>
            <a:off x="950976" y="1152144"/>
            <a:ext cx="12435840" cy="713232"/>
          </a:xfrm>
          <a:prstGeom prst="rect">
            <a:avLst/>
          </a:prstGeom>
          <a:noFill/>
          <a:ln/>
        </p:spPr>
        <p:txBody>
          <a:bodyPr wrap="square" lIns="0" tIns="0" rIns="0" bIns="0" rtlCol="0" anchor="ctr"/>
          <a:lstStyle/>
          <a:p>
            <a:pPr marL="0" indent="0" algn="l">
              <a:buNone/>
            </a:pPr>
            <a:r>
              <a:rPr lang="ko-KR" altLang="en-US" sz="3800" dirty="0"/>
              <a:t>제약 보완</a:t>
            </a:r>
            <a:endParaRPr lang="en-US" sz="3800" dirty="0"/>
          </a:p>
        </p:txBody>
      </p:sp>
      <p:sp>
        <p:nvSpPr>
          <p:cNvPr id="4" name="band_177"/>
          <p:cNvSpPr/>
          <p:nvPr/>
        </p:nvSpPr>
        <p:spPr>
          <a:xfrm>
            <a:off x="950976" y="2487168"/>
            <a:ext cx="16386048" cy="1298448"/>
          </a:xfrm>
          <a:prstGeom prst="roundRect">
            <a:avLst>
              <a:gd name="adj" fmla="val 8451"/>
            </a:avLst>
          </a:prstGeom>
          <a:solidFill>
            <a:srgbClr val="E4DFD8"/>
          </a:solidFill>
          <a:ln/>
        </p:spPr>
        <p:txBody>
          <a:bodyPr/>
          <a:lstStyle/>
          <a:p>
            <a:endParaRPr lang="ko-KR" altLang="en-US"/>
          </a:p>
        </p:txBody>
      </p:sp>
      <p:sp>
        <p:nvSpPr>
          <p:cNvPr id="5" name="t_178"/>
          <p:cNvSpPr txBox="1"/>
          <p:nvPr/>
        </p:nvSpPr>
        <p:spPr>
          <a:xfrm>
            <a:off x="1353312" y="2706624"/>
            <a:ext cx="15581376" cy="877824"/>
          </a:xfrm>
          <a:prstGeom prst="rect">
            <a:avLst/>
          </a:prstGeom>
          <a:noFill/>
          <a:ln/>
        </p:spPr>
        <p:txBody>
          <a:bodyPr wrap="square" lIns="0" tIns="0" rIns="0" bIns="0" rtlCol="0" anchor="ctr"/>
          <a:lstStyle/>
          <a:p>
            <a:pPr marL="0" indent="0">
              <a:lnSpc>
                <a:spcPct val="150000"/>
              </a:lnSpc>
              <a:buNone/>
            </a:pPr>
            <a:r>
              <a:rPr lang="en-US" sz="1700" dirty="0">
                <a:solidFill>
                  <a:srgbClr val="222222"/>
                </a:solidFill>
                <a:latin typeface="Pretendard" pitchFamily="34" charset="0"/>
                <a:ea typeface="Pretendard" pitchFamily="34" charset="-122"/>
                <a:cs typeface="Pretendard" pitchFamily="34" charset="-120"/>
              </a:rPr>
              <a:t>MIDI의 note_off 는 페달 때문에 늘어난 </a:t>
            </a:r>
            <a:r>
              <a:rPr lang="en-US" sz="1700" b="1" dirty="0" err="1">
                <a:solidFill>
                  <a:srgbClr val="466456"/>
                </a:solidFill>
                <a:latin typeface="Pretendard" pitchFamily="34" charset="0"/>
                <a:ea typeface="Pretendard" pitchFamily="34" charset="-122"/>
                <a:cs typeface="Pretendard" pitchFamily="34" charset="-120"/>
              </a:rPr>
              <a:t>소리</a:t>
            </a:r>
            <a:r>
              <a:rPr lang="en-US" sz="1700" dirty="0" err="1">
                <a:solidFill>
                  <a:srgbClr val="222222"/>
                </a:solidFill>
                <a:latin typeface="Pretendard" pitchFamily="34" charset="0"/>
                <a:ea typeface="Pretendard" pitchFamily="34" charset="-122"/>
                <a:cs typeface="Pretendard" pitchFamily="34" charset="-120"/>
              </a:rPr>
              <a:t>의</a:t>
            </a:r>
            <a:r>
              <a:rPr lang="en-US" sz="1700" dirty="0">
                <a:solidFill>
                  <a:srgbClr val="222222"/>
                </a:solidFill>
                <a:latin typeface="Pretendard" pitchFamily="34" charset="0"/>
                <a:ea typeface="Pretendard" pitchFamily="34" charset="-122"/>
                <a:cs typeface="Pretendard" pitchFamily="34" charset="-120"/>
              </a:rPr>
              <a:t> </a:t>
            </a:r>
            <a:r>
              <a:rPr lang="ko-KR" altLang="en-US" sz="1700" dirty="0">
                <a:solidFill>
                  <a:srgbClr val="222222"/>
                </a:solidFill>
                <a:latin typeface="Pretendard" pitchFamily="34" charset="0"/>
                <a:ea typeface="Pretendard" pitchFamily="34" charset="-122"/>
                <a:cs typeface="Pretendard" pitchFamily="34" charset="-120"/>
              </a:rPr>
              <a:t>끝</a:t>
            </a:r>
            <a:br>
              <a:rPr lang="en-US" altLang="ko-KR" sz="1700" dirty="0">
                <a:solidFill>
                  <a:srgbClr val="222222"/>
                </a:solidFill>
                <a:latin typeface="Pretendard" pitchFamily="34" charset="0"/>
                <a:ea typeface="Pretendard" pitchFamily="34" charset="-122"/>
                <a:cs typeface="Pretendard" pitchFamily="34" charset="-120"/>
              </a:rPr>
            </a:br>
            <a:r>
              <a:rPr lang="ko-KR" altLang="en-US" sz="1700" dirty="0">
                <a:solidFill>
                  <a:srgbClr val="222222"/>
                </a:solidFill>
                <a:latin typeface="Pretendard" pitchFamily="34" charset="0"/>
                <a:ea typeface="Pretendard" pitchFamily="34" charset="-122"/>
                <a:cs typeface="Pretendard" pitchFamily="34" charset="-120"/>
              </a:rPr>
              <a:t>손가락을 길게 누르는 것과 </a:t>
            </a:r>
            <a:r>
              <a:rPr lang="ko-KR" altLang="en-US" sz="1700" dirty="0" err="1">
                <a:solidFill>
                  <a:srgbClr val="222222"/>
                </a:solidFill>
                <a:latin typeface="Pretendard" pitchFamily="34" charset="0"/>
                <a:ea typeface="Pretendard" pitchFamily="34" charset="-122"/>
                <a:cs typeface="Pretendard" pitchFamily="34" charset="-120"/>
              </a:rPr>
              <a:t>페달로</a:t>
            </a:r>
            <a:r>
              <a:rPr lang="ko-KR" altLang="en-US" sz="1700" dirty="0">
                <a:solidFill>
                  <a:srgbClr val="222222"/>
                </a:solidFill>
                <a:latin typeface="Pretendard" pitchFamily="34" charset="0"/>
                <a:ea typeface="Pretendard" pitchFamily="34" charset="-122"/>
                <a:cs typeface="Pretendard" pitchFamily="34" charset="-120"/>
              </a:rPr>
              <a:t> 인한 음 지속을 구분</a:t>
            </a:r>
            <a:endParaRPr lang="en-US" sz="1700" dirty="0"/>
          </a:p>
        </p:txBody>
      </p:sp>
      <p:sp>
        <p:nvSpPr>
          <p:cNvPr id="6" name="t_179"/>
          <p:cNvSpPr txBox="1"/>
          <p:nvPr/>
        </p:nvSpPr>
        <p:spPr>
          <a:xfrm>
            <a:off x="950976" y="4242816"/>
            <a:ext cx="7315200" cy="365760"/>
          </a:xfrm>
          <a:prstGeom prst="rect">
            <a:avLst/>
          </a:prstGeom>
          <a:noFill/>
          <a:ln/>
        </p:spPr>
        <p:txBody>
          <a:bodyPr wrap="square" lIns="0" tIns="0" rIns="0" bIns="0" rtlCol="0" anchor="ctr"/>
          <a:lstStyle/>
          <a:p>
            <a:pPr marL="0" indent="0">
              <a:buNone/>
            </a:pPr>
            <a:r>
              <a:rPr lang="en-US" sz="1500" b="1" dirty="0">
                <a:solidFill>
                  <a:srgbClr val="466456"/>
                </a:solidFill>
                <a:latin typeface="Pretendard" pitchFamily="34" charset="0"/>
                <a:ea typeface="Pretendard" pitchFamily="34" charset="-122"/>
                <a:cs typeface="Pretendard" pitchFamily="34" charset="-120"/>
              </a:rPr>
              <a:t>드뷔시 '달빛'에서 측정한 결과</a:t>
            </a:r>
            <a:endParaRPr lang="en-US" sz="1500" dirty="0"/>
          </a:p>
        </p:txBody>
      </p:sp>
      <p:sp>
        <p:nvSpPr>
          <p:cNvPr id="7" name="hl_180"/>
          <p:cNvSpPr/>
          <p:nvPr/>
        </p:nvSpPr>
        <p:spPr>
          <a:xfrm>
            <a:off x="950976" y="4736592"/>
            <a:ext cx="3575304" cy="0"/>
          </a:xfrm>
          <a:prstGeom prst="line">
            <a:avLst/>
          </a:prstGeom>
          <a:noFill/>
          <a:ln w="17780">
            <a:solidFill>
              <a:srgbClr val="CDC5B9"/>
            </a:solidFill>
            <a:prstDash val="solid"/>
          </a:ln>
        </p:spPr>
        <p:txBody>
          <a:bodyPr/>
          <a:lstStyle/>
          <a:p>
            <a:endParaRPr lang="ko-KR" altLang="en-US"/>
          </a:p>
        </p:txBody>
      </p:sp>
      <p:sp>
        <p:nvSpPr>
          <p:cNvPr id="8" name="t_181"/>
          <p:cNvSpPr txBox="1"/>
          <p:nvPr/>
        </p:nvSpPr>
        <p:spPr>
          <a:xfrm>
            <a:off x="950976" y="4937760"/>
            <a:ext cx="3575304" cy="676656"/>
          </a:xfrm>
          <a:prstGeom prst="rect">
            <a:avLst/>
          </a:prstGeom>
          <a:noFill/>
          <a:ln/>
        </p:spPr>
        <p:txBody>
          <a:bodyPr wrap="square" lIns="0" tIns="0" rIns="0" bIns="0" rtlCol="0" anchor="ctr"/>
          <a:lstStyle/>
          <a:p>
            <a:pPr marL="0" indent="0" algn="l">
              <a:buNone/>
            </a:pPr>
            <a:r>
              <a:rPr lang="en-US" sz="4000" b="1" dirty="0">
                <a:solidFill>
                  <a:srgbClr val="222222"/>
                </a:solidFill>
                <a:latin typeface="Pretendard" pitchFamily="34" charset="0"/>
                <a:ea typeface="Pretendard" pitchFamily="34" charset="-122"/>
                <a:cs typeface="Pretendard" pitchFamily="34" charset="-120"/>
              </a:rPr>
              <a:t>76.7</a:t>
            </a:r>
            <a:r>
              <a:rPr lang="en-US" sz="1700" b="1" dirty="0">
                <a:solidFill>
                  <a:srgbClr val="222222"/>
                </a:solidFill>
                <a:latin typeface="Pretendard" pitchFamily="34" charset="0"/>
                <a:ea typeface="Pretendard" pitchFamily="34" charset="-122"/>
                <a:cs typeface="Pretendard" pitchFamily="34" charset="-120"/>
              </a:rPr>
              <a:t> %</a:t>
            </a:r>
            <a:endParaRPr lang="en-US" sz="4000" dirty="0"/>
          </a:p>
        </p:txBody>
      </p:sp>
      <p:sp>
        <p:nvSpPr>
          <p:cNvPr id="9" name="t_182"/>
          <p:cNvSpPr txBox="1"/>
          <p:nvPr/>
        </p:nvSpPr>
        <p:spPr>
          <a:xfrm>
            <a:off x="950976" y="5669280"/>
            <a:ext cx="3575304" cy="694944"/>
          </a:xfrm>
          <a:prstGeom prst="rect">
            <a:avLst/>
          </a:prstGeom>
          <a:noFill/>
          <a:ln/>
        </p:spPr>
        <p:txBody>
          <a:bodyPr wrap="square" lIns="0" tIns="0" rIns="0" bIns="0" rtlCol="0" anchor="t"/>
          <a:lstStyle/>
          <a:p>
            <a:pPr marL="0" indent="0" algn="l">
              <a:lnSpc>
                <a:spcPct val="135000"/>
              </a:lnSpc>
              <a:buNone/>
            </a:pPr>
            <a:r>
              <a:rPr lang="en-US" sz="1350" dirty="0">
                <a:solidFill>
                  <a:srgbClr val="444444"/>
                </a:solidFill>
                <a:latin typeface="Pretendard" pitchFamily="34" charset="0"/>
                <a:ea typeface="Pretendard" pitchFamily="34" charset="-122"/>
                <a:cs typeface="Pretendard" pitchFamily="34" charset="-120"/>
              </a:rPr>
              <a:t>곡 전체에서 페달이</a:t>
            </a:r>
            <a:endParaRPr lang="en-US" sz="1350" dirty="0"/>
          </a:p>
          <a:p>
            <a:pPr marL="0" indent="0" algn="l">
              <a:lnSpc>
                <a:spcPct val="135000"/>
              </a:lnSpc>
              <a:buNone/>
            </a:pPr>
            <a:r>
              <a:rPr lang="en-US" sz="1350" dirty="0">
                <a:solidFill>
                  <a:srgbClr val="444444"/>
                </a:solidFill>
                <a:latin typeface="Pretendard" pitchFamily="34" charset="0"/>
                <a:ea typeface="Pretendard" pitchFamily="34" charset="-122"/>
                <a:cs typeface="Pretendard" pitchFamily="34" charset="-120"/>
              </a:rPr>
              <a:t>눌려 있던 시간 비율</a:t>
            </a:r>
            <a:endParaRPr lang="en-US" sz="1350" dirty="0"/>
          </a:p>
        </p:txBody>
      </p:sp>
      <p:sp>
        <p:nvSpPr>
          <p:cNvPr id="10" name="hl_183"/>
          <p:cNvSpPr/>
          <p:nvPr/>
        </p:nvSpPr>
        <p:spPr>
          <a:xfrm>
            <a:off x="5221224" y="4736592"/>
            <a:ext cx="3575304" cy="0"/>
          </a:xfrm>
          <a:prstGeom prst="line">
            <a:avLst/>
          </a:prstGeom>
          <a:noFill/>
          <a:ln w="17780">
            <a:solidFill>
              <a:srgbClr val="A8584F"/>
            </a:solidFill>
            <a:prstDash val="solid"/>
          </a:ln>
        </p:spPr>
        <p:txBody>
          <a:bodyPr/>
          <a:lstStyle/>
          <a:p>
            <a:endParaRPr lang="ko-KR" altLang="en-US"/>
          </a:p>
        </p:txBody>
      </p:sp>
      <p:sp>
        <p:nvSpPr>
          <p:cNvPr id="11" name="t_184"/>
          <p:cNvSpPr txBox="1"/>
          <p:nvPr/>
        </p:nvSpPr>
        <p:spPr>
          <a:xfrm>
            <a:off x="5221224" y="4937760"/>
            <a:ext cx="3575304" cy="676656"/>
          </a:xfrm>
          <a:prstGeom prst="rect">
            <a:avLst/>
          </a:prstGeom>
          <a:noFill/>
          <a:ln/>
        </p:spPr>
        <p:txBody>
          <a:bodyPr wrap="square" lIns="0" tIns="0" rIns="0" bIns="0" rtlCol="0" anchor="ctr"/>
          <a:lstStyle/>
          <a:p>
            <a:pPr marL="0" indent="0" algn="l">
              <a:buNone/>
            </a:pPr>
            <a:r>
              <a:rPr lang="en-US" sz="4000" b="1" dirty="0">
                <a:solidFill>
                  <a:srgbClr val="A8584F"/>
                </a:solidFill>
                <a:latin typeface="Pretendard" pitchFamily="34" charset="0"/>
                <a:ea typeface="Pretendard" pitchFamily="34" charset="-122"/>
                <a:cs typeface="Pretendard" pitchFamily="34" charset="-120"/>
              </a:rPr>
              <a:t>87</a:t>
            </a:r>
            <a:r>
              <a:rPr lang="en-US" sz="1700" b="1" dirty="0">
                <a:solidFill>
                  <a:srgbClr val="A8584F"/>
                </a:solidFill>
                <a:latin typeface="Pretendard" pitchFamily="34" charset="0"/>
                <a:ea typeface="Pretendard" pitchFamily="34" charset="-122"/>
                <a:cs typeface="Pretendard" pitchFamily="34" charset="-120"/>
              </a:rPr>
              <a:t> %</a:t>
            </a:r>
            <a:endParaRPr lang="en-US" sz="4000" dirty="0"/>
          </a:p>
        </p:txBody>
      </p:sp>
      <p:sp>
        <p:nvSpPr>
          <p:cNvPr id="12" name="t_185"/>
          <p:cNvSpPr txBox="1"/>
          <p:nvPr/>
        </p:nvSpPr>
        <p:spPr>
          <a:xfrm>
            <a:off x="5221224" y="5669280"/>
            <a:ext cx="5725818" cy="694944"/>
          </a:xfrm>
          <a:prstGeom prst="rect">
            <a:avLst/>
          </a:prstGeom>
          <a:noFill/>
          <a:ln/>
        </p:spPr>
        <p:txBody>
          <a:bodyPr wrap="square" lIns="0" tIns="0" rIns="0" bIns="0" rtlCol="0" anchor="t"/>
          <a:lstStyle/>
          <a:p>
            <a:pPr marL="0" indent="0" algn="l">
              <a:lnSpc>
                <a:spcPct val="135000"/>
              </a:lnSpc>
              <a:buNone/>
            </a:pPr>
            <a:r>
              <a:rPr lang="en-US" sz="1350" dirty="0" err="1">
                <a:solidFill>
                  <a:srgbClr val="444444"/>
                </a:solidFill>
                <a:latin typeface="Pretendard" pitchFamily="34" charset="0"/>
                <a:ea typeface="Pretendard" pitchFamily="34" charset="-122"/>
                <a:cs typeface="Pretendard" pitchFamily="34" charset="-120"/>
              </a:rPr>
              <a:t>손가락</a:t>
            </a:r>
            <a:r>
              <a:rPr lang="en-US" sz="1350" dirty="0">
                <a:solidFill>
                  <a:srgbClr val="444444"/>
                </a:solidFill>
                <a:latin typeface="Pretendard" pitchFamily="34" charset="0"/>
                <a:ea typeface="Pretendard" pitchFamily="34" charset="-122"/>
                <a:cs typeface="Pretendard" pitchFamily="34" charset="-120"/>
              </a:rPr>
              <a:t> 충돌 111건 중</a:t>
            </a:r>
            <a:endParaRPr lang="en-US" sz="1350" dirty="0"/>
          </a:p>
          <a:p>
            <a:pPr marL="0" indent="0" algn="l">
              <a:lnSpc>
                <a:spcPct val="135000"/>
              </a:lnSpc>
              <a:buNone/>
            </a:pPr>
            <a:r>
              <a:rPr lang="en-US" sz="1350" dirty="0" err="1">
                <a:solidFill>
                  <a:srgbClr val="444444"/>
                </a:solidFill>
                <a:latin typeface="Pretendard" pitchFamily="34" charset="0"/>
                <a:ea typeface="Pretendard" pitchFamily="34" charset="-122"/>
                <a:cs typeface="Pretendard" pitchFamily="34" charset="-120"/>
              </a:rPr>
              <a:t>페달</a:t>
            </a:r>
            <a:r>
              <a:rPr lang="en-US" sz="1350" dirty="0">
                <a:solidFill>
                  <a:srgbClr val="444444"/>
                </a:solidFill>
                <a:latin typeface="Pretendard" pitchFamily="34" charset="0"/>
                <a:ea typeface="Pretendard" pitchFamily="34" charset="-122"/>
                <a:cs typeface="Pretendard" pitchFamily="34" charset="-120"/>
              </a:rPr>
              <a:t> </a:t>
            </a:r>
            <a:r>
              <a:rPr lang="en-US" sz="1350" dirty="0" err="1">
                <a:solidFill>
                  <a:srgbClr val="444444"/>
                </a:solidFill>
                <a:latin typeface="Pretendard" pitchFamily="34" charset="0"/>
                <a:ea typeface="Pretendard" pitchFamily="34" charset="-122"/>
                <a:cs typeface="Pretendard" pitchFamily="34" charset="-120"/>
              </a:rPr>
              <a:t>구간</a:t>
            </a:r>
            <a:r>
              <a:rPr lang="ko-KR" altLang="en-US" sz="1350" dirty="0">
                <a:solidFill>
                  <a:srgbClr val="444444"/>
                </a:solidFill>
                <a:latin typeface="Pretendard" pitchFamily="34" charset="0"/>
                <a:ea typeface="Pretendard" pitchFamily="34" charset="-122"/>
                <a:cs typeface="Pretendard" pitchFamily="34" charset="-120"/>
              </a:rPr>
              <a:t>임에도 지속적으로 누름으로 가정해</a:t>
            </a:r>
            <a:r>
              <a:rPr lang="en-US" sz="1350" dirty="0">
                <a:solidFill>
                  <a:srgbClr val="444444"/>
                </a:solidFill>
                <a:latin typeface="Pretendard" pitchFamily="34" charset="0"/>
                <a:ea typeface="Pretendard" pitchFamily="34" charset="-122"/>
                <a:cs typeface="Pretendard" pitchFamily="34" charset="-120"/>
              </a:rPr>
              <a:t> 발생 (97건)</a:t>
            </a:r>
            <a:endParaRPr lang="en-US" sz="1350" dirty="0"/>
          </a:p>
        </p:txBody>
      </p:sp>
      <p:sp>
        <p:nvSpPr>
          <p:cNvPr id="19" name="band_192"/>
          <p:cNvSpPr/>
          <p:nvPr/>
        </p:nvSpPr>
        <p:spPr>
          <a:xfrm>
            <a:off x="950976" y="8229600"/>
            <a:ext cx="16386048" cy="1188720"/>
          </a:xfrm>
          <a:prstGeom prst="roundRect">
            <a:avLst>
              <a:gd name="adj" fmla="val 9231"/>
            </a:avLst>
          </a:prstGeom>
          <a:solidFill>
            <a:srgbClr val="BACCC3"/>
          </a:solidFill>
          <a:ln/>
        </p:spPr>
        <p:txBody>
          <a:bodyPr/>
          <a:lstStyle/>
          <a:p>
            <a:endParaRPr lang="ko-KR" altLang="en-US"/>
          </a:p>
        </p:txBody>
      </p:sp>
      <p:sp>
        <p:nvSpPr>
          <p:cNvPr id="20" name="t_193"/>
          <p:cNvSpPr txBox="1"/>
          <p:nvPr/>
        </p:nvSpPr>
        <p:spPr>
          <a:xfrm>
            <a:off x="1353312" y="8430768"/>
            <a:ext cx="15581376" cy="822960"/>
          </a:xfrm>
          <a:prstGeom prst="rect">
            <a:avLst/>
          </a:prstGeom>
          <a:noFill/>
          <a:ln/>
        </p:spPr>
        <p:txBody>
          <a:bodyPr wrap="square" lIns="0" tIns="0" rIns="0" bIns="0" rtlCol="0" anchor="ctr"/>
          <a:lstStyle/>
          <a:p>
            <a:pPr marL="0" indent="0">
              <a:lnSpc>
                <a:spcPct val="145000"/>
              </a:lnSpc>
              <a:buNone/>
            </a:pPr>
            <a:r>
              <a:rPr lang="en-US" sz="1650" b="1" dirty="0">
                <a:solidFill>
                  <a:srgbClr val="466456"/>
                </a:solidFill>
                <a:latin typeface="Pretendard" pitchFamily="34" charset="0"/>
                <a:ea typeface="Pretendard" pitchFamily="34" charset="-122"/>
                <a:cs typeface="Pretendard" pitchFamily="34" charset="-120"/>
              </a:rPr>
              <a:t>IK </a:t>
            </a:r>
            <a:r>
              <a:rPr lang="en-US" sz="1650" b="1" dirty="0" err="1">
                <a:solidFill>
                  <a:srgbClr val="466456"/>
                </a:solidFill>
                <a:latin typeface="Pretendard" pitchFamily="34" charset="0"/>
                <a:ea typeface="Pretendard" pitchFamily="34" charset="-122"/>
                <a:cs typeface="Pretendard" pitchFamily="34" charset="-120"/>
              </a:rPr>
              <a:t>파트에</a:t>
            </a:r>
            <a:r>
              <a:rPr lang="ko-KR" altLang="en-US" sz="1650" b="1" dirty="0">
                <a:solidFill>
                  <a:srgbClr val="466456"/>
                </a:solidFill>
                <a:latin typeface="Pretendard" pitchFamily="34" charset="0"/>
                <a:ea typeface="Pretendard" pitchFamily="34" charset="-122"/>
                <a:cs typeface="Pretendard" pitchFamily="34" charset="-120"/>
              </a:rPr>
              <a:t>서도</a:t>
            </a:r>
            <a:r>
              <a:rPr lang="en-US" sz="1650" b="1" dirty="0">
                <a:solidFill>
                  <a:srgbClr val="466456"/>
                </a:solidFill>
                <a:latin typeface="Pretendard" pitchFamily="34" charset="0"/>
                <a:ea typeface="Pretendard" pitchFamily="34" charset="-122"/>
                <a:cs typeface="Pretendard" pitchFamily="34" charset="-120"/>
              </a:rPr>
              <a:t> — </a:t>
            </a:r>
            <a:r>
              <a:rPr lang="en-US" sz="1650" dirty="0">
                <a:solidFill>
                  <a:srgbClr val="222222"/>
                </a:solidFill>
                <a:latin typeface="Pretendard" pitchFamily="34" charset="0"/>
                <a:ea typeface="Pretendard" pitchFamily="34" charset="-122"/>
                <a:cs typeface="Pretendard" pitchFamily="34" charset="-120"/>
              </a:rPr>
              <a:t>건반에서 손가락을 떼는 시점은 반드시 </a:t>
            </a:r>
            <a:r>
              <a:rPr lang="en-US" sz="1650" b="1" dirty="0">
                <a:solidFill>
                  <a:srgbClr val="466456"/>
                </a:solidFill>
                <a:latin typeface="Consolas" pitchFamily="34" charset="0"/>
                <a:ea typeface="Consolas" pitchFamily="34" charset="-122"/>
                <a:cs typeface="Consolas" pitchFamily="34" charset="-120"/>
              </a:rPr>
              <a:t>start_ms + </a:t>
            </a:r>
            <a:r>
              <a:rPr lang="en-US" sz="1650" b="1" dirty="0" err="1">
                <a:solidFill>
                  <a:srgbClr val="466456"/>
                </a:solidFill>
                <a:latin typeface="Consolas" pitchFamily="34" charset="0"/>
                <a:ea typeface="Consolas" pitchFamily="34" charset="-122"/>
                <a:cs typeface="Consolas" pitchFamily="34" charset="-120"/>
              </a:rPr>
              <a:t>key_hold_ms</a:t>
            </a:r>
            <a:r>
              <a:rPr lang="en-US" sz="1650" dirty="0">
                <a:solidFill>
                  <a:srgbClr val="222222"/>
                </a:solidFill>
                <a:latin typeface="Pretendard" pitchFamily="34" charset="0"/>
                <a:ea typeface="Pretendard" pitchFamily="34" charset="-122"/>
                <a:cs typeface="Pretendard" pitchFamily="34" charset="-120"/>
              </a:rPr>
              <a:t> 를 </a:t>
            </a:r>
            <a:r>
              <a:rPr lang="ko-KR" altLang="en-US" sz="1650" dirty="0" err="1">
                <a:solidFill>
                  <a:srgbClr val="222222"/>
                </a:solidFill>
                <a:latin typeface="Pretendard" pitchFamily="34" charset="0"/>
                <a:ea typeface="Pretendard" pitchFamily="34" charset="-122"/>
                <a:cs typeface="Pretendard" pitchFamily="34" charset="-120"/>
              </a:rPr>
              <a:t>써야하는</a:t>
            </a:r>
            <a:r>
              <a:rPr lang="ko-KR" altLang="en-US" sz="1650">
                <a:solidFill>
                  <a:srgbClr val="222222"/>
                </a:solidFill>
                <a:latin typeface="Pretendard" pitchFamily="34" charset="0"/>
                <a:ea typeface="Pretendard" pitchFamily="34" charset="-122"/>
                <a:cs typeface="Pretendard" pitchFamily="34" charset="-120"/>
              </a:rPr>
              <a:t> 것으로 전달</a:t>
            </a:r>
            <a:endParaRPr lang="en-US" sz="1650" dirty="0"/>
          </a:p>
          <a:p>
            <a:pPr marL="0" indent="0">
              <a:lnSpc>
                <a:spcPct val="145000"/>
              </a:lnSpc>
              <a:buNone/>
            </a:pPr>
            <a:r>
              <a:rPr lang="en-US" sz="1350" dirty="0">
                <a:solidFill>
                  <a:srgbClr val="444444"/>
                </a:solidFill>
                <a:latin typeface="Pretendard" pitchFamily="34" charset="0"/>
                <a:ea typeface="Pretendard" pitchFamily="34" charset="-122"/>
                <a:cs typeface="Pretendard" pitchFamily="34" charset="-120"/>
              </a:rPr>
              <a:t>duration_ms 로 떼면 한 손가락이 서로 다른 건반을 동시에 누르는 자세가 만들어진다.</a:t>
            </a:r>
            <a:endParaRPr lang="en-US" sz="1650" dirty="0"/>
          </a:p>
        </p:txBody>
      </p:sp>
      <p:sp>
        <p:nvSpPr>
          <p:cNvPr id="25" name="Slide Number Placeholder 0"/>
          <p:cNvSpPr>
            <a:spLocks noGrp="1"/>
          </p:cNvSpPr>
          <p:nvPr>
            <p:ph type="sldNum" sz="quarter" idx="4294967295"/>
          </p:nvPr>
        </p:nvSpPr>
        <p:spPr>
          <a:xfrm>
            <a:off x="16733520" y="9582912"/>
            <a:ext cx="603504"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CDC5B9"/>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950976" y="749808"/>
            <a:ext cx="9144000" cy="384048"/>
          </a:xfrm>
          <a:prstGeom prst="rect">
            <a:avLst/>
          </a:prstGeom>
          <a:noFill/>
          <a:ln/>
        </p:spPr>
        <p:txBody>
          <a:bodyPr wrap="square" lIns="0" tIns="0" rIns="0" bIns="0" rtlCol="0" anchor="ctr"/>
          <a:lstStyle/>
          <a:p>
            <a:pPr marL="0" indent="0" algn="l">
              <a:buNone/>
            </a:pPr>
            <a:r>
              <a:rPr lang="en-US" sz="1800" kern="0" spc="60" dirty="0">
                <a:solidFill>
                  <a:srgbClr val="BACCC3"/>
                </a:solidFill>
                <a:latin typeface="Pretendard" pitchFamily="34" charset="0"/>
                <a:ea typeface="Pretendard" pitchFamily="34" charset="-122"/>
                <a:cs typeface="Pretendard" pitchFamily="34" charset="-120"/>
              </a:rPr>
              <a:t>Chapter 2.</a:t>
            </a:r>
            <a:endParaRPr lang="en-US" sz="1800" dirty="0"/>
          </a:p>
        </p:txBody>
      </p:sp>
      <p:sp>
        <p:nvSpPr>
          <p:cNvPr id="3" name="Text 0"/>
          <p:cNvSpPr txBox="1">
            <a:spLocks noGrp="1"/>
          </p:cNvSpPr>
          <p:nvPr>
            <p:ph type="title" idx="101" hasCustomPrompt="1"/>
          </p:nvPr>
        </p:nvSpPr>
        <p:spPr>
          <a:xfrm>
            <a:off x="950976" y="1152144"/>
            <a:ext cx="12435840" cy="713232"/>
          </a:xfrm>
          <a:prstGeom prst="rect">
            <a:avLst/>
          </a:prstGeom>
          <a:noFill/>
          <a:ln/>
        </p:spPr>
        <p:txBody>
          <a:bodyPr wrap="square" lIns="0" tIns="0" rIns="0" bIns="0" rtlCol="0" anchor="ctr"/>
          <a:lstStyle/>
          <a:p>
            <a:pPr marL="0" indent="0" algn="l">
              <a:buNone/>
            </a:pPr>
            <a:r>
              <a:rPr lang="ko-KR" altLang="en-US" sz="3800" dirty="0"/>
              <a:t>현황</a:t>
            </a:r>
            <a:endParaRPr lang="en-US" sz="3800" dirty="0"/>
          </a:p>
        </p:txBody>
      </p:sp>
      <p:sp>
        <p:nvSpPr>
          <p:cNvPr id="19" name="t_211"/>
          <p:cNvSpPr txBox="1"/>
          <p:nvPr/>
        </p:nvSpPr>
        <p:spPr>
          <a:xfrm>
            <a:off x="950976" y="3383280"/>
            <a:ext cx="7680960" cy="365760"/>
          </a:xfrm>
          <a:prstGeom prst="rect">
            <a:avLst/>
          </a:prstGeom>
          <a:noFill/>
          <a:ln/>
        </p:spPr>
        <p:txBody>
          <a:bodyPr wrap="square" lIns="0" tIns="0" rIns="0" bIns="0" rtlCol="0" anchor="ctr"/>
          <a:lstStyle/>
          <a:p>
            <a:pPr marL="0" indent="0">
              <a:buNone/>
            </a:pPr>
            <a:r>
              <a:rPr lang="en-US" sz="1500" b="1" dirty="0">
                <a:solidFill>
                  <a:srgbClr val="466456"/>
                </a:solidFill>
                <a:latin typeface="Pretendard" pitchFamily="34" charset="0"/>
                <a:ea typeface="Pretendard" pitchFamily="34" charset="-122"/>
                <a:cs typeface="Pretendard" pitchFamily="34" charset="-120"/>
              </a:rPr>
              <a:t>손가락별 사용 분포</a:t>
            </a:r>
            <a:endParaRPr lang="en-US" sz="1500" dirty="0"/>
          </a:p>
        </p:txBody>
      </p:sp>
      <p:graphicFrame>
        <p:nvGraphicFramePr>
          <p:cNvPr id="20" name="Chart 0"/>
          <p:cNvGraphicFramePr/>
          <p:nvPr>
            <p:extLst>
              <p:ext uri="{D42A27DB-BD31-4B8C-83A1-F6EECF244321}">
                <p14:modId xmlns:p14="http://schemas.microsoft.com/office/powerpoint/2010/main" val="1044805868"/>
              </p:ext>
            </p:extLst>
          </p:nvPr>
        </p:nvGraphicFramePr>
        <p:xfrm>
          <a:off x="950976" y="3803904"/>
          <a:ext cx="768096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21" name="t_212"/>
          <p:cNvSpPr txBox="1"/>
          <p:nvPr/>
        </p:nvSpPr>
        <p:spPr>
          <a:xfrm>
            <a:off x="950976" y="7626096"/>
            <a:ext cx="7680960" cy="310896"/>
          </a:xfrm>
          <a:prstGeom prst="rect">
            <a:avLst/>
          </a:prstGeom>
          <a:noFill/>
          <a:ln/>
        </p:spPr>
        <p:txBody>
          <a:bodyPr wrap="square" lIns="0" tIns="0" rIns="0" bIns="0" rtlCol="0" anchor="ctr"/>
          <a:lstStyle/>
          <a:p>
            <a:pPr marL="0" indent="0" algn="ctr">
              <a:buNone/>
            </a:pPr>
            <a:r>
              <a:rPr lang="en-US" sz="1200" dirty="0">
                <a:solidFill>
                  <a:srgbClr val="444444"/>
                </a:solidFill>
                <a:latin typeface="Pretendard" pitchFamily="34" charset="0"/>
                <a:ea typeface="Pretendard" pitchFamily="34" charset="-122"/>
                <a:cs typeface="Pretendard" pitchFamily="34" charset="-120"/>
              </a:rPr>
              <a:t>엄지와 검지에 쏠리지 않고 고르게 퍼져 있다</a:t>
            </a:r>
            <a:endParaRPr lang="en-US" sz="1200" dirty="0"/>
          </a:p>
        </p:txBody>
      </p:sp>
      <p:sp>
        <p:nvSpPr>
          <p:cNvPr id="22" name="t_213"/>
          <p:cNvSpPr txBox="1"/>
          <p:nvPr/>
        </p:nvSpPr>
        <p:spPr>
          <a:xfrm>
            <a:off x="9363456" y="3383280"/>
            <a:ext cx="7973568" cy="365760"/>
          </a:xfrm>
          <a:prstGeom prst="rect">
            <a:avLst/>
          </a:prstGeom>
          <a:noFill/>
          <a:ln/>
        </p:spPr>
        <p:txBody>
          <a:bodyPr wrap="square" lIns="0" tIns="0" rIns="0" bIns="0" rtlCol="0" anchor="ctr"/>
          <a:lstStyle/>
          <a:p>
            <a:pPr marL="0" indent="0">
              <a:buNone/>
            </a:pPr>
            <a:r>
              <a:rPr lang="en-US" sz="1500" b="1" dirty="0">
                <a:solidFill>
                  <a:srgbClr val="466456"/>
                </a:solidFill>
                <a:latin typeface="Pretendard" pitchFamily="34" charset="0"/>
                <a:ea typeface="Pretendard" pitchFamily="34" charset="-122"/>
                <a:cs typeface="Pretendard" pitchFamily="34" charset="-120"/>
              </a:rPr>
              <a:t>성부 역할 분포 — 드뷔시 '달빛'</a:t>
            </a:r>
            <a:endParaRPr lang="en-US" sz="1500" dirty="0"/>
          </a:p>
        </p:txBody>
      </p:sp>
      <p:graphicFrame>
        <p:nvGraphicFramePr>
          <p:cNvPr id="23" name="Chart 1"/>
          <p:cNvGraphicFramePr/>
          <p:nvPr>
            <p:extLst>
              <p:ext uri="{D42A27DB-BD31-4B8C-83A1-F6EECF244321}">
                <p14:modId xmlns:p14="http://schemas.microsoft.com/office/powerpoint/2010/main" val="281674739"/>
              </p:ext>
            </p:extLst>
          </p:nvPr>
        </p:nvGraphicFramePr>
        <p:xfrm>
          <a:off x="9363456" y="3803904"/>
          <a:ext cx="7973568" cy="3749040"/>
        </p:xfrm>
        <a:graphic>
          <a:graphicData uri="http://schemas.openxmlformats.org/drawingml/2006/chart">
            <c:chart xmlns:c="http://schemas.openxmlformats.org/drawingml/2006/chart" xmlns:r="http://schemas.openxmlformats.org/officeDocument/2006/relationships" r:id="rId4"/>
          </a:graphicData>
        </a:graphic>
      </p:graphicFrame>
      <p:sp>
        <p:nvSpPr>
          <p:cNvPr id="24" name="t_214"/>
          <p:cNvSpPr txBox="1"/>
          <p:nvPr/>
        </p:nvSpPr>
        <p:spPr>
          <a:xfrm>
            <a:off x="9363456" y="7626096"/>
            <a:ext cx="7973568" cy="310896"/>
          </a:xfrm>
          <a:prstGeom prst="rect">
            <a:avLst/>
          </a:prstGeom>
          <a:noFill/>
          <a:ln/>
        </p:spPr>
        <p:txBody>
          <a:bodyPr wrap="square" lIns="0" tIns="0" rIns="0" bIns="0" rtlCol="0" anchor="ctr"/>
          <a:lstStyle/>
          <a:p>
            <a:pPr marL="0" indent="0" algn="ctr">
              <a:buNone/>
            </a:pPr>
            <a:r>
              <a:rPr lang="en-US" sz="1200" dirty="0">
                <a:solidFill>
                  <a:srgbClr val="444444"/>
                </a:solidFill>
                <a:latin typeface="Pretendard" pitchFamily="34" charset="0"/>
                <a:ea typeface="Pretendard" pitchFamily="34" charset="-122"/>
                <a:cs typeface="Pretendard" pitchFamily="34" charset="-120"/>
              </a:rPr>
              <a:t>멜로디·베이스·내성을 구분해 손을 나눈다</a:t>
            </a:r>
            <a:endParaRPr lang="en-US" sz="1200" dirty="0"/>
          </a:p>
        </p:txBody>
      </p:sp>
      <p:sp>
        <p:nvSpPr>
          <p:cNvPr id="25" name="Slide Number Placeholder 0"/>
          <p:cNvSpPr>
            <a:spLocks noGrp="1"/>
          </p:cNvSpPr>
          <p:nvPr>
            <p:ph type="sldNum" sz="quarter" idx="4294967295"/>
          </p:nvPr>
        </p:nvSpPr>
        <p:spPr>
          <a:xfrm>
            <a:off x="16733520" y="8412480"/>
            <a:ext cx="603504"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CDC5B9"/>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6FC4A-A6BD-1A31-7D9D-432AD75808B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15098E7-C21C-33C6-38E7-A7AB6F125B10}"/>
              </a:ext>
            </a:extLst>
          </p:cNvPr>
          <p:cNvSpPr txBox="1">
            <a:spLocks noGrp="1"/>
          </p:cNvSpPr>
          <p:nvPr>
            <p:ph type="body" idx="100" hasCustomPrompt="1"/>
          </p:nvPr>
        </p:nvSpPr>
        <p:spPr>
          <a:xfrm>
            <a:off x="950976" y="749808"/>
            <a:ext cx="9144000" cy="384048"/>
          </a:xfrm>
          <a:prstGeom prst="rect">
            <a:avLst/>
          </a:prstGeom>
          <a:noFill/>
          <a:ln/>
        </p:spPr>
        <p:txBody>
          <a:bodyPr wrap="square" lIns="0" tIns="0" rIns="0" bIns="0" rtlCol="0" anchor="ctr"/>
          <a:lstStyle/>
          <a:p>
            <a:pPr marL="0" indent="0" algn="l">
              <a:buNone/>
            </a:pPr>
            <a:r>
              <a:rPr lang="en-US" sz="1800" kern="0" spc="60" dirty="0">
                <a:solidFill>
                  <a:srgbClr val="BACCC3"/>
                </a:solidFill>
                <a:latin typeface="Pretendard" pitchFamily="34" charset="0"/>
                <a:ea typeface="Pretendard" pitchFamily="34" charset="-122"/>
                <a:cs typeface="Pretendard" pitchFamily="34" charset="-120"/>
              </a:rPr>
              <a:t>Chapter 2.</a:t>
            </a:r>
            <a:endParaRPr lang="en-US" sz="1800" dirty="0"/>
          </a:p>
        </p:txBody>
      </p:sp>
      <p:sp>
        <p:nvSpPr>
          <p:cNvPr id="3" name="Text 0">
            <a:extLst>
              <a:ext uri="{FF2B5EF4-FFF2-40B4-BE49-F238E27FC236}">
                <a16:creationId xmlns:a16="http://schemas.microsoft.com/office/drawing/2014/main" id="{AFB37BDE-BCD3-F756-3BF9-DAD277712E70}"/>
              </a:ext>
            </a:extLst>
          </p:cNvPr>
          <p:cNvSpPr txBox="1">
            <a:spLocks noGrp="1"/>
          </p:cNvSpPr>
          <p:nvPr>
            <p:ph type="title" idx="101" hasCustomPrompt="1"/>
          </p:nvPr>
        </p:nvSpPr>
        <p:spPr>
          <a:xfrm>
            <a:off x="950976" y="1152144"/>
            <a:ext cx="12435840" cy="713232"/>
          </a:xfrm>
          <a:prstGeom prst="rect">
            <a:avLst/>
          </a:prstGeom>
          <a:noFill/>
          <a:ln/>
        </p:spPr>
        <p:txBody>
          <a:bodyPr wrap="square" lIns="0" tIns="0" rIns="0" bIns="0" rtlCol="0" anchor="ctr"/>
          <a:lstStyle/>
          <a:p>
            <a:pPr marL="0" indent="0" algn="l">
              <a:buNone/>
            </a:pPr>
            <a:r>
              <a:rPr lang="ko-KR" altLang="en-US" sz="3800" dirty="0"/>
              <a:t>현황</a:t>
            </a:r>
            <a:endParaRPr lang="en-US" sz="3800" dirty="0"/>
          </a:p>
        </p:txBody>
      </p:sp>
      <p:pic>
        <p:nvPicPr>
          <p:cNvPr id="27" name="그림 26">
            <a:extLst>
              <a:ext uri="{FF2B5EF4-FFF2-40B4-BE49-F238E27FC236}">
                <a16:creationId xmlns:a16="http://schemas.microsoft.com/office/drawing/2014/main" id="{E4B6875B-3FFA-2ED0-FD5F-D6A5875FE9E3}"/>
              </a:ext>
            </a:extLst>
          </p:cNvPr>
          <p:cNvPicPr>
            <a:picLocks noChangeAspect="1"/>
          </p:cNvPicPr>
          <p:nvPr/>
        </p:nvPicPr>
        <p:blipFill>
          <a:blip r:embed="rId3"/>
          <a:stretch>
            <a:fillRect/>
          </a:stretch>
        </p:blipFill>
        <p:spPr>
          <a:xfrm>
            <a:off x="6343259" y="2623584"/>
            <a:ext cx="2800741" cy="6134956"/>
          </a:xfrm>
          <a:prstGeom prst="rect">
            <a:avLst/>
          </a:prstGeom>
        </p:spPr>
      </p:pic>
      <p:pic>
        <p:nvPicPr>
          <p:cNvPr id="5" name="그림 4">
            <a:extLst>
              <a:ext uri="{FF2B5EF4-FFF2-40B4-BE49-F238E27FC236}">
                <a16:creationId xmlns:a16="http://schemas.microsoft.com/office/drawing/2014/main" id="{1B96AFAB-42F7-64B7-2BD7-6D1D0EFA9402}"/>
              </a:ext>
            </a:extLst>
          </p:cNvPr>
          <p:cNvPicPr>
            <a:picLocks noChangeAspect="1"/>
          </p:cNvPicPr>
          <p:nvPr/>
        </p:nvPicPr>
        <p:blipFill>
          <a:blip r:embed="rId4"/>
          <a:stretch>
            <a:fillRect/>
          </a:stretch>
        </p:blipFill>
        <p:spPr>
          <a:xfrm>
            <a:off x="1081902" y="3013656"/>
            <a:ext cx="4958684" cy="5354813"/>
          </a:xfrm>
          <a:prstGeom prst="rect">
            <a:avLst/>
          </a:prstGeom>
        </p:spPr>
      </p:pic>
    </p:spTree>
    <p:extLst>
      <p:ext uri="{BB962C8B-B14F-4D97-AF65-F5344CB8AC3E}">
        <p14:creationId xmlns:p14="http://schemas.microsoft.com/office/powerpoint/2010/main" val="405300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_234"/>
          <p:cNvSpPr txBox="1"/>
          <p:nvPr/>
        </p:nvSpPr>
        <p:spPr>
          <a:xfrm>
            <a:off x="950976" y="3931920"/>
            <a:ext cx="7315200" cy="420624"/>
          </a:xfrm>
          <a:prstGeom prst="rect">
            <a:avLst/>
          </a:prstGeom>
          <a:noFill/>
          <a:ln/>
        </p:spPr>
        <p:txBody>
          <a:bodyPr wrap="square" lIns="0" tIns="0" rIns="0" bIns="0" rtlCol="0" anchor="ctr"/>
          <a:lstStyle/>
          <a:p>
            <a:pPr marL="0" indent="0">
              <a:buNone/>
            </a:pPr>
            <a:r>
              <a:rPr lang="en-US" sz="2000" kern="0" spc="60" dirty="0">
                <a:solidFill>
                  <a:srgbClr val="BACCC3"/>
                </a:solidFill>
                <a:latin typeface="Pretendard" pitchFamily="34" charset="0"/>
                <a:ea typeface="Pretendard" pitchFamily="34" charset="-122"/>
                <a:cs typeface="Pretendard" pitchFamily="34" charset="-120"/>
              </a:rPr>
              <a:t>Chapter 3.</a:t>
            </a:r>
            <a:endParaRPr lang="en-US" sz="2000" dirty="0"/>
          </a:p>
        </p:txBody>
      </p:sp>
      <p:sp>
        <p:nvSpPr>
          <p:cNvPr id="3" name="vb_235"/>
          <p:cNvSpPr/>
          <p:nvPr/>
        </p:nvSpPr>
        <p:spPr>
          <a:xfrm>
            <a:off x="950976" y="4498848"/>
            <a:ext cx="68580" cy="896112"/>
          </a:xfrm>
          <a:prstGeom prst="rect">
            <a:avLst/>
          </a:prstGeom>
          <a:solidFill>
            <a:srgbClr val="BACCC3"/>
          </a:solidFill>
          <a:ln/>
        </p:spPr>
        <p:txBody>
          <a:bodyPr/>
          <a:lstStyle/>
          <a:p>
            <a:endParaRPr lang="ko-KR" altLang="en-US"/>
          </a:p>
        </p:txBody>
      </p:sp>
      <p:sp>
        <p:nvSpPr>
          <p:cNvPr id="4" name="t_236"/>
          <p:cNvSpPr txBox="1"/>
          <p:nvPr/>
        </p:nvSpPr>
        <p:spPr>
          <a:xfrm>
            <a:off x="1243584" y="4462272"/>
            <a:ext cx="10058400" cy="969264"/>
          </a:xfrm>
          <a:prstGeom prst="rect">
            <a:avLst/>
          </a:prstGeom>
          <a:noFill/>
          <a:ln/>
        </p:spPr>
        <p:txBody>
          <a:bodyPr wrap="square" lIns="0" tIns="0" rIns="0" bIns="0" rtlCol="0" anchor="ctr"/>
          <a:lstStyle/>
          <a:p>
            <a:pPr marL="0" indent="0">
              <a:buNone/>
            </a:pPr>
            <a:r>
              <a:rPr lang="en-US" sz="4800" b="1" dirty="0">
                <a:solidFill>
                  <a:srgbClr val="6A7E74"/>
                </a:solidFill>
                <a:latin typeface="Pretendard" pitchFamily="34" charset="0"/>
                <a:ea typeface="Pretendard" pitchFamily="34" charset="-122"/>
                <a:cs typeface="Pretendard" pitchFamily="34" charset="-120"/>
              </a:rPr>
              <a:t>역운동학 (IK)</a:t>
            </a:r>
            <a:endParaRPr lang="en-US" sz="4800" dirty="0"/>
          </a:p>
        </p:txBody>
      </p:sp>
      <p:sp>
        <p:nvSpPr>
          <p:cNvPr id="5" name="hl_237"/>
          <p:cNvSpPr/>
          <p:nvPr/>
        </p:nvSpPr>
        <p:spPr>
          <a:xfrm>
            <a:off x="950976" y="5724144"/>
            <a:ext cx="9509760" cy="0"/>
          </a:xfrm>
          <a:prstGeom prst="line">
            <a:avLst/>
          </a:prstGeom>
          <a:noFill/>
          <a:ln w="9525">
            <a:solidFill>
              <a:srgbClr val="CDC5B9"/>
            </a:solidFill>
            <a:prstDash val="solid"/>
          </a:ln>
        </p:spPr>
        <p:txBody>
          <a:bodyPr/>
          <a:lstStyle/>
          <a:p>
            <a:endParaRPr lang="ko-KR" altLang="en-US"/>
          </a:p>
        </p:txBody>
      </p:sp>
      <p:sp>
        <p:nvSpPr>
          <p:cNvPr id="6" name="t_238"/>
          <p:cNvSpPr txBox="1"/>
          <p:nvPr/>
        </p:nvSpPr>
        <p:spPr>
          <a:xfrm>
            <a:off x="950976" y="5943600"/>
            <a:ext cx="10424160" cy="1188720"/>
          </a:xfrm>
          <a:prstGeom prst="rect">
            <a:avLst/>
          </a:prstGeom>
          <a:noFill/>
          <a:ln/>
        </p:spPr>
        <p:txBody>
          <a:bodyPr wrap="square" lIns="0" tIns="0" rIns="0" bIns="0" rtlCol="0" anchor="t"/>
          <a:lstStyle/>
          <a:p>
            <a:pPr marL="0" indent="0">
              <a:lnSpc>
                <a:spcPct val="150000"/>
              </a:lnSpc>
              <a:buNone/>
            </a:pPr>
            <a:r>
              <a:rPr lang="en-US" sz="1550" dirty="0">
                <a:solidFill>
                  <a:srgbClr val="444444"/>
                </a:solidFill>
                <a:latin typeface="Pretendard" pitchFamily="34" charset="0"/>
                <a:ea typeface="Pretendard" pitchFamily="34" charset="-122"/>
                <a:cs typeface="Pretendard" pitchFamily="34" charset="-120"/>
              </a:rPr>
              <a:t>운지법이 정한 "어느 손가락이 어느 건반을"을 받아, 그 손가락 끝이 건반에 닿는 관절 각도를 구한다.</a:t>
            </a:r>
            <a:endParaRPr lang="en-US" sz="1550" dirty="0"/>
          </a:p>
          <a:p>
            <a:pPr marL="0" indent="0">
              <a:lnSpc>
                <a:spcPct val="150000"/>
              </a:lnSpc>
              <a:buNone/>
            </a:pPr>
            <a:r>
              <a:rPr lang="en-US" sz="1550" dirty="0">
                <a:solidFill>
                  <a:srgbClr val="444444"/>
                </a:solidFill>
                <a:latin typeface="Pretendard" pitchFamily="34" charset="0"/>
                <a:ea typeface="Pretendard" pitchFamily="34" charset="-122"/>
                <a:cs typeface="Pretendard" pitchFamily="34" charset="-120"/>
              </a:rPr>
              <a:t>실시간이 아니라 오프라인 사전 계산이므로 수렴 속도보다 정확도를 우선한다.</a:t>
            </a:r>
            <a:endParaRPr lang="en-US" sz="1550" dirty="0"/>
          </a:p>
        </p:txBody>
      </p:sp>
      <p:sp>
        <p:nvSpPr>
          <p:cNvPr id="7" name="pill_239"/>
          <p:cNvSpPr/>
          <p:nvPr/>
        </p:nvSpPr>
        <p:spPr>
          <a:xfrm>
            <a:off x="950976" y="7315200"/>
            <a:ext cx="1828800" cy="493776"/>
          </a:xfrm>
          <a:prstGeom prst="roundRect">
            <a:avLst>
              <a:gd name="adj" fmla="val 50000"/>
            </a:avLst>
          </a:prstGeom>
          <a:solidFill>
            <a:srgbClr val="E4DFD8"/>
          </a:solidFill>
          <a:ln/>
        </p:spPr>
        <p:txBody>
          <a:bodyPr/>
          <a:lstStyle/>
          <a:p>
            <a:endParaRPr lang="ko-KR" altLang="en-US"/>
          </a:p>
        </p:txBody>
      </p:sp>
      <p:sp>
        <p:nvSpPr>
          <p:cNvPr id="8" name="t_240"/>
          <p:cNvSpPr txBox="1"/>
          <p:nvPr/>
        </p:nvSpPr>
        <p:spPr>
          <a:xfrm>
            <a:off x="950976" y="7315200"/>
            <a:ext cx="1828800" cy="493776"/>
          </a:xfrm>
          <a:prstGeom prst="rect">
            <a:avLst/>
          </a:prstGeom>
          <a:noFill/>
          <a:ln/>
        </p:spPr>
        <p:txBody>
          <a:bodyPr wrap="square" lIns="0" tIns="0" rIns="0" bIns="0" rtlCol="0" anchor="ctr"/>
          <a:lstStyle/>
          <a:p>
            <a:pPr marL="0" indent="0" algn="ctr">
              <a:buNone/>
            </a:pPr>
            <a:r>
              <a:rPr lang="en-US" sz="1500" b="1" dirty="0">
                <a:solidFill>
                  <a:srgbClr val="466456"/>
                </a:solidFill>
                <a:latin typeface="Pretendard" pitchFamily="34" charset="0"/>
                <a:ea typeface="Pretendard" pitchFamily="34" charset="-122"/>
                <a:cs typeface="Pretendard" pitchFamily="34" charset="-120"/>
              </a:rPr>
              <a:t>한승현</a:t>
            </a:r>
            <a:endParaRPr lang="en-US" sz="1500" dirty="0"/>
          </a:p>
        </p:txBody>
      </p:sp>
      <p:sp>
        <p:nvSpPr>
          <p:cNvPr id="9" name="t_241"/>
          <p:cNvSpPr txBox="1"/>
          <p:nvPr/>
        </p:nvSpPr>
        <p:spPr>
          <a:xfrm>
            <a:off x="0" y="8302752"/>
            <a:ext cx="18288000" cy="1371600"/>
          </a:xfrm>
          <a:prstGeom prst="rect">
            <a:avLst/>
          </a:prstGeom>
          <a:noFill/>
          <a:ln/>
        </p:spPr>
        <p:txBody>
          <a:bodyPr wrap="square" lIns="0" tIns="0" rIns="0" bIns="0" rtlCol="0" anchor="ctr"/>
          <a:lstStyle/>
          <a:p>
            <a:pPr marL="0" indent="0" algn="ctr">
              <a:buNone/>
            </a:pPr>
            <a:r>
              <a:rPr lang="en-US" sz="5600" b="1" kern="0" spc="300" dirty="0">
                <a:solidFill>
                  <a:srgbClr val="E4DFD8"/>
                </a:solidFill>
                <a:latin typeface="Pretendard" pitchFamily="34" charset="0"/>
                <a:ea typeface="Pretendard" pitchFamily="34" charset="-122"/>
                <a:cs typeface="Pretendard" pitchFamily="34" charset="-120"/>
              </a:rPr>
              <a:t>PIANO HAND SIMULATOR</a:t>
            </a:r>
            <a:endParaRPr lang="en-US" sz="5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950976" y="749808"/>
            <a:ext cx="9144000" cy="384048"/>
          </a:xfrm>
          <a:prstGeom prst="rect">
            <a:avLst/>
          </a:prstGeom>
          <a:noFill/>
          <a:ln/>
        </p:spPr>
        <p:txBody>
          <a:bodyPr wrap="square" lIns="0" tIns="0" rIns="0" bIns="0" rtlCol="0" anchor="ctr"/>
          <a:lstStyle/>
          <a:p>
            <a:pPr marL="0" indent="0" algn="l">
              <a:buNone/>
            </a:pPr>
            <a:r>
              <a:rPr lang="en-US" sz="1800" kern="0" spc="60" dirty="0">
                <a:solidFill>
                  <a:srgbClr val="BACCC3"/>
                </a:solidFill>
                <a:latin typeface="Pretendard" pitchFamily="34" charset="0"/>
                <a:ea typeface="Pretendard" pitchFamily="34" charset="-122"/>
                <a:cs typeface="Pretendard" pitchFamily="34" charset="-120"/>
              </a:rPr>
              <a:t>Chapter 3.</a:t>
            </a:r>
            <a:endParaRPr lang="en-US" sz="1800" dirty="0"/>
          </a:p>
        </p:txBody>
      </p:sp>
      <p:sp>
        <p:nvSpPr>
          <p:cNvPr id="3" name="Text 0"/>
          <p:cNvSpPr txBox="1">
            <a:spLocks noGrp="1"/>
          </p:cNvSpPr>
          <p:nvPr>
            <p:ph type="title" idx="101" hasCustomPrompt="1"/>
          </p:nvPr>
        </p:nvSpPr>
        <p:spPr>
          <a:xfrm>
            <a:off x="950976" y="1152144"/>
            <a:ext cx="12435840" cy="713232"/>
          </a:xfrm>
          <a:prstGeom prst="rect">
            <a:avLst/>
          </a:prstGeom>
          <a:noFill/>
          <a:ln/>
        </p:spPr>
        <p:txBody>
          <a:bodyPr wrap="square" lIns="0" tIns="0" rIns="0" bIns="0" rtlCol="0" anchor="ctr"/>
          <a:lstStyle/>
          <a:p>
            <a:pPr marL="0" indent="0" algn="l">
              <a:buNone/>
            </a:pPr>
            <a:r>
              <a:rPr lang="en-US" sz="3800" b="1" dirty="0">
                <a:solidFill>
                  <a:srgbClr val="6A7E74"/>
                </a:solidFill>
                <a:latin typeface="Pretendard" pitchFamily="34" charset="0"/>
                <a:ea typeface="Pretendard" pitchFamily="34" charset="-122"/>
                <a:cs typeface="Pretendard" pitchFamily="34" charset="-120"/>
              </a:rPr>
              <a:t>Weighted Damped Least Squares</a:t>
            </a:r>
            <a:endParaRPr lang="en-US" sz="3800" dirty="0"/>
          </a:p>
        </p:txBody>
      </p:sp>
      <p:sp>
        <p:nvSpPr>
          <p:cNvPr id="4" name="band_244"/>
          <p:cNvSpPr/>
          <p:nvPr/>
        </p:nvSpPr>
        <p:spPr>
          <a:xfrm>
            <a:off x="950976" y="2615184"/>
            <a:ext cx="16386048" cy="1755648"/>
          </a:xfrm>
          <a:prstGeom prst="roundRect">
            <a:avLst>
              <a:gd name="adj" fmla="val 6250"/>
            </a:avLst>
          </a:prstGeom>
          <a:solidFill>
            <a:srgbClr val="E4DFD8"/>
          </a:solidFill>
          <a:ln/>
        </p:spPr>
        <p:txBody>
          <a:bodyPr/>
          <a:lstStyle/>
          <a:p>
            <a:endParaRPr lang="ko-KR" altLang="en-US"/>
          </a:p>
        </p:txBody>
      </p:sp>
      <p:sp>
        <p:nvSpPr>
          <p:cNvPr id="5" name="t_245"/>
          <p:cNvSpPr txBox="1"/>
          <p:nvPr/>
        </p:nvSpPr>
        <p:spPr>
          <a:xfrm>
            <a:off x="950976" y="2889504"/>
            <a:ext cx="16386048" cy="749808"/>
          </a:xfrm>
          <a:prstGeom prst="rect">
            <a:avLst/>
          </a:prstGeom>
          <a:noFill/>
          <a:ln/>
        </p:spPr>
        <p:txBody>
          <a:bodyPr wrap="square" lIns="0" tIns="0" rIns="0" bIns="0" rtlCol="0" anchor="ctr"/>
          <a:lstStyle/>
          <a:p>
            <a:pPr marL="0" indent="0" algn="ctr">
              <a:buNone/>
            </a:pPr>
            <a:r>
              <a:rPr lang="en-US" sz="3200" b="1" dirty="0">
                <a:solidFill>
                  <a:srgbClr val="466456"/>
                </a:solidFill>
                <a:latin typeface="Pretendard" pitchFamily="34" charset="0"/>
                <a:ea typeface="Pretendard" pitchFamily="34" charset="-122"/>
                <a:cs typeface="Pretendard" pitchFamily="34" charset="-120"/>
              </a:rPr>
              <a:t>Δθ  =  W⁻¹Jᵀ ( J W⁻¹Jᵀ + λ²I )⁻¹ Δe</a:t>
            </a:r>
            <a:endParaRPr lang="en-US" sz="3200" dirty="0"/>
          </a:p>
        </p:txBody>
      </p:sp>
      <p:sp>
        <p:nvSpPr>
          <p:cNvPr id="6" name="t_246"/>
          <p:cNvSpPr txBox="1"/>
          <p:nvPr/>
        </p:nvSpPr>
        <p:spPr>
          <a:xfrm>
            <a:off x="950976" y="3675888"/>
            <a:ext cx="16386048" cy="384048"/>
          </a:xfrm>
          <a:prstGeom prst="rect">
            <a:avLst/>
          </a:prstGeom>
          <a:noFill/>
          <a:ln/>
        </p:spPr>
        <p:txBody>
          <a:bodyPr wrap="square" lIns="0" tIns="0" rIns="0" bIns="0" rtlCol="0" anchor="ctr"/>
          <a:lstStyle/>
          <a:p>
            <a:pPr marL="0" indent="0" algn="ctr">
              <a:buNone/>
            </a:pPr>
            <a:r>
              <a:rPr lang="en-US" sz="1400" dirty="0">
                <a:solidFill>
                  <a:srgbClr val="444444"/>
                </a:solidFill>
                <a:latin typeface="Pretendard" pitchFamily="34" charset="0"/>
                <a:ea typeface="Pretendard" pitchFamily="34" charset="-122"/>
                <a:cs typeface="Pretendard" pitchFamily="34" charset="-120"/>
              </a:rPr>
              <a:t>J 는 자코비안, W 는 관절별 가중치, λ 는 감쇠 계수, Δe 는 목표까지의 오차</a:t>
            </a:r>
            <a:endParaRPr lang="en-US" sz="1400" dirty="0"/>
          </a:p>
        </p:txBody>
      </p:sp>
      <p:sp>
        <p:nvSpPr>
          <p:cNvPr id="7" name="hl_247"/>
          <p:cNvSpPr/>
          <p:nvPr/>
        </p:nvSpPr>
        <p:spPr>
          <a:xfrm>
            <a:off x="950976" y="4901184"/>
            <a:ext cx="16386048" cy="0"/>
          </a:xfrm>
          <a:prstGeom prst="line">
            <a:avLst/>
          </a:prstGeom>
          <a:noFill/>
          <a:ln w="9525">
            <a:solidFill>
              <a:srgbClr val="CDC5B9"/>
            </a:solidFill>
            <a:prstDash val="solid"/>
          </a:ln>
        </p:spPr>
        <p:txBody>
          <a:bodyPr/>
          <a:lstStyle/>
          <a:p>
            <a:endParaRPr lang="ko-KR" altLang="en-US"/>
          </a:p>
        </p:txBody>
      </p:sp>
      <p:sp>
        <p:nvSpPr>
          <p:cNvPr id="8" name="t_248"/>
          <p:cNvSpPr txBox="1"/>
          <p:nvPr/>
        </p:nvSpPr>
        <p:spPr>
          <a:xfrm>
            <a:off x="950976" y="4974336"/>
            <a:ext cx="3291840" cy="1005840"/>
          </a:xfrm>
          <a:prstGeom prst="rect">
            <a:avLst/>
          </a:prstGeom>
          <a:noFill/>
          <a:ln/>
        </p:spPr>
        <p:txBody>
          <a:bodyPr wrap="square" lIns="0" tIns="0" rIns="0" bIns="0" rtlCol="0" anchor="ctr"/>
          <a:lstStyle/>
          <a:p>
            <a:pPr marL="0" indent="0">
              <a:buNone/>
            </a:pPr>
            <a:r>
              <a:rPr lang="en-US" sz="1800" b="1" dirty="0">
                <a:solidFill>
                  <a:srgbClr val="466456"/>
                </a:solidFill>
                <a:latin typeface="Pretendard" pitchFamily="34" charset="0"/>
                <a:ea typeface="Pretendard" pitchFamily="34" charset="-122"/>
                <a:cs typeface="Pretendard" pitchFamily="34" charset="-120"/>
              </a:rPr>
              <a:t>감쇠항  λ²I</a:t>
            </a:r>
            <a:endParaRPr lang="en-US" sz="1800" dirty="0"/>
          </a:p>
        </p:txBody>
      </p:sp>
      <p:sp>
        <p:nvSpPr>
          <p:cNvPr id="9" name="t_249"/>
          <p:cNvSpPr txBox="1"/>
          <p:nvPr/>
        </p:nvSpPr>
        <p:spPr>
          <a:xfrm>
            <a:off x="4517136" y="4974336"/>
            <a:ext cx="12819888" cy="1005840"/>
          </a:xfrm>
          <a:prstGeom prst="rect">
            <a:avLst/>
          </a:prstGeom>
          <a:noFill/>
          <a:ln/>
        </p:spPr>
        <p:txBody>
          <a:bodyPr wrap="square" lIns="0" tIns="0" rIns="0" bIns="0" rtlCol="0" anchor="ctr"/>
          <a:lstStyle/>
          <a:p>
            <a:pPr marL="0" indent="0">
              <a:lnSpc>
                <a:spcPct val="130000"/>
              </a:lnSpc>
              <a:buNone/>
            </a:pPr>
            <a:r>
              <a:rPr lang="en-US" sz="1550" dirty="0">
                <a:solidFill>
                  <a:srgbClr val="222222"/>
                </a:solidFill>
                <a:latin typeface="Pretendard" pitchFamily="34" charset="0"/>
                <a:ea typeface="Pretendard" pitchFamily="34" charset="-122"/>
                <a:cs typeface="Pretendard" pitchFamily="34" charset="-120"/>
              </a:rPr>
              <a:t>특이점 근처에서 역행렬이 발산하는 것을 막는다. 해가 조금 부정확해지는 대신 안정적으로 수렴한다.</a:t>
            </a:r>
            <a:endParaRPr lang="en-US" sz="1550" dirty="0"/>
          </a:p>
        </p:txBody>
      </p:sp>
      <p:sp>
        <p:nvSpPr>
          <p:cNvPr id="10" name="hl_250"/>
          <p:cNvSpPr/>
          <p:nvPr/>
        </p:nvSpPr>
        <p:spPr>
          <a:xfrm>
            <a:off x="950976" y="6053328"/>
            <a:ext cx="16386048" cy="0"/>
          </a:xfrm>
          <a:prstGeom prst="line">
            <a:avLst/>
          </a:prstGeom>
          <a:noFill/>
          <a:ln w="9525">
            <a:solidFill>
              <a:srgbClr val="CDC5B9"/>
            </a:solidFill>
            <a:prstDash val="solid"/>
          </a:ln>
        </p:spPr>
        <p:txBody>
          <a:bodyPr/>
          <a:lstStyle/>
          <a:p>
            <a:endParaRPr lang="ko-KR" altLang="en-US"/>
          </a:p>
        </p:txBody>
      </p:sp>
      <p:sp>
        <p:nvSpPr>
          <p:cNvPr id="11" name="t_251"/>
          <p:cNvSpPr txBox="1"/>
          <p:nvPr/>
        </p:nvSpPr>
        <p:spPr>
          <a:xfrm>
            <a:off x="950976" y="6126480"/>
            <a:ext cx="3291840" cy="1005840"/>
          </a:xfrm>
          <a:prstGeom prst="rect">
            <a:avLst/>
          </a:prstGeom>
          <a:noFill/>
          <a:ln/>
        </p:spPr>
        <p:txBody>
          <a:bodyPr wrap="square" lIns="0" tIns="0" rIns="0" bIns="0" rtlCol="0" anchor="ctr"/>
          <a:lstStyle/>
          <a:p>
            <a:pPr marL="0" indent="0">
              <a:buNone/>
            </a:pPr>
            <a:r>
              <a:rPr lang="en-US" sz="1800" b="1" dirty="0">
                <a:solidFill>
                  <a:srgbClr val="466456"/>
                </a:solidFill>
                <a:latin typeface="Pretendard" pitchFamily="34" charset="0"/>
                <a:ea typeface="Pretendard" pitchFamily="34" charset="-122"/>
                <a:cs typeface="Pretendard" pitchFamily="34" charset="-120"/>
              </a:rPr>
              <a:t>가중치  W</a:t>
            </a:r>
            <a:endParaRPr lang="en-US" sz="1800" dirty="0"/>
          </a:p>
        </p:txBody>
      </p:sp>
      <p:sp>
        <p:nvSpPr>
          <p:cNvPr id="12" name="t_252"/>
          <p:cNvSpPr txBox="1"/>
          <p:nvPr/>
        </p:nvSpPr>
        <p:spPr>
          <a:xfrm>
            <a:off x="4517136" y="6126480"/>
            <a:ext cx="12819888" cy="1005840"/>
          </a:xfrm>
          <a:prstGeom prst="rect">
            <a:avLst/>
          </a:prstGeom>
          <a:noFill/>
          <a:ln/>
        </p:spPr>
        <p:txBody>
          <a:bodyPr wrap="square" lIns="0" tIns="0" rIns="0" bIns="0" rtlCol="0" anchor="ctr"/>
          <a:lstStyle/>
          <a:p>
            <a:pPr marL="0" indent="0">
              <a:lnSpc>
                <a:spcPct val="130000"/>
              </a:lnSpc>
              <a:buNone/>
            </a:pPr>
            <a:r>
              <a:rPr lang="en-US" sz="1550" dirty="0">
                <a:solidFill>
                  <a:srgbClr val="222222"/>
                </a:solidFill>
                <a:latin typeface="Pretendard" pitchFamily="34" charset="0"/>
                <a:ea typeface="Pretendard" pitchFamily="34" charset="-122"/>
                <a:cs typeface="Pretendard" pitchFamily="34" charset="-120"/>
              </a:rPr>
              <a:t>관절 한계에 가까워질수록 가중치를 낮춰 그 관절을 덜 움직인다. 급정지 대신 부드럽게 감속한다.</a:t>
            </a:r>
            <a:endParaRPr lang="en-US" sz="1550" dirty="0"/>
          </a:p>
        </p:txBody>
      </p:sp>
      <p:sp>
        <p:nvSpPr>
          <p:cNvPr id="13" name="hl_253"/>
          <p:cNvSpPr/>
          <p:nvPr/>
        </p:nvSpPr>
        <p:spPr>
          <a:xfrm>
            <a:off x="950976" y="7205472"/>
            <a:ext cx="16386048" cy="0"/>
          </a:xfrm>
          <a:prstGeom prst="line">
            <a:avLst/>
          </a:prstGeom>
          <a:noFill/>
          <a:ln w="9525">
            <a:solidFill>
              <a:srgbClr val="CDC5B9"/>
            </a:solidFill>
            <a:prstDash val="solid"/>
          </a:ln>
        </p:spPr>
        <p:txBody>
          <a:bodyPr/>
          <a:lstStyle/>
          <a:p>
            <a:endParaRPr lang="ko-KR" altLang="en-US"/>
          </a:p>
        </p:txBody>
      </p:sp>
      <p:sp>
        <p:nvSpPr>
          <p:cNvPr id="14" name="t_254"/>
          <p:cNvSpPr txBox="1"/>
          <p:nvPr/>
        </p:nvSpPr>
        <p:spPr>
          <a:xfrm>
            <a:off x="950976" y="7278624"/>
            <a:ext cx="3291840" cy="1005840"/>
          </a:xfrm>
          <a:prstGeom prst="rect">
            <a:avLst/>
          </a:prstGeom>
          <a:noFill/>
          <a:ln/>
        </p:spPr>
        <p:txBody>
          <a:bodyPr wrap="square" lIns="0" tIns="0" rIns="0" bIns="0" rtlCol="0" anchor="ctr"/>
          <a:lstStyle/>
          <a:p>
            <a:pPr marL="0" indent="0">
              <a:buNone/>
            </a:pPr>
            <a:r>
              <a:rPr lang="en-US" sz="1800" b="1" dirty="0">
                <a:solidFill>
                  <a:srgbClr val="466456"/>
                </a:solidFill>
                <a:latin typeface="Pretendard" pitchFamily="34" charset="0"/>
                <a:ea typeface="Pretendard" pitchFamily="34" charset="-122"/>
                <a:cs typeface="Pretendard" pitchFamily="34" charset="-120"/>
              </a:rPr>
              <a:t>수렴 조건</a:t>
            </a:r>
            <a:endParaRPr lang="en-US" sz="1800" dirty="0"/>
          </a:p>
        </p:txBody>
      </p:sp>
      <p:sp>
        <p:nvSpPr>
          <p:cNvPr id="16" name="hl_256"/>
          <p:cNvSpPr/>
          <p:nvPr/>
        </p:nvSpPr>
        <p:spPr>
          <a:xfrm>
            <a:off x="950976" y="8357616"/>
            <a:ext cx="16386048" cy="0"/>
          </a:xfrm>
          <a:prstGeom prst="line">
            <a:avLst/>
          </a:prstGeom>
          <a:noFill/>
          <a:ln w="9525">
            <a:solidFill>
              <a:srgbClr val="CDC5B9"/>
            </a:solidFill>
            <a:prstDash val="solid"/>
          </a:ln>
        </p:spPr>
        <p:txBody>
          <a:bodyPr/>
          <a:lstStyle/>
          <a:p>
            <a:endParaRPr lang="ko-KR" altLang="en-US"/>
          </a:p>
        </p:txBody>
      </p:sp>
      <p:sp>
        <p:nvSpPr>
          <p:cNvPr id="17" name="t_257"/>
          <p:cNvSpPr txBox="1"/>
          <p:nvPr/>
        </p:nvSpPr>
        <p:spPr>
          <a:xfrm>
            <a:off x="950976" y="8430768"/>
            <a:ext cx="3291840" cy="1005840"/>
          </a:xfrm>
          <a:prstGeom prst="rect">
            <a:avLst/>
          </a:prstGeom>
          <a:noFill/>
          <a:ln/>
        </p:spPr>
        <p:txBody>
          <a:bodyPr wrap="square" lIns="0" tIns="0" rIns="0" bIns="0" rtlCol="0" anchor="ctr"/>
          <a:lstStyle/>
          <a:p>
            <a:pPr marL="0" indent="0">
              <a:buNone/>
            </a:pPr>
            <a:r>
              <a:rPr lang="en-US" sz="1800" b="1" dirty="0">
                <a:solidFill>
                  <a:srgbClr val="466456"/>
                </a:solidFill>
                <a:latin typeface="Pretendard" pitchFamily="34" charset="0"/>
                <a:ea typeface="Pretendard" pitchFamily="34" charset="-122"/>
                <a:cs typeface="Pretendard" pitchFamily="34" charset="-120"/>
              </a:rPr>
              <a:t>손목 궤적</a:t>
            </a:r>
            <a:endParaRPr lang="en-US" sz="1800" dirty="0"/>
          </a:p>
        </p:txBody>
      </p:sp>
      <p:sp>
        <p:nvSpPr>
          <p:cNvPr id="19" name="hl_259"/>
          <p:cNvSpPr/>
          <p:nvPr/>
        </p:nvSpPr>
        <p:spPr>
          <a:xfrm>
            <a:off x="950976" y="9509760"/>
            <a:ext cx="16386048" cy="0"/>
          </a:xfrm>
          <a:prstGeom prst="line">
            <a:avLst/>
          </a:prstGeom>
          <a:noFill/>
          <a:ln w="9525">
            <a:solidFill>
              <a:srgbClr val="CDC5B9"/>
            </a:solidFill>
            <a:prstDash val="solid"/>
          </a:ln>
        </p:spPr>
        <p:txBody>
          <a:bodyPr/>
          <a:lstStyle/>
          <a:p>
            <a:endParaRPr lang="ko-KR" altLang="en-US"/>
          </a:p>
        </p:txBody>
      </p:sp>
      <p:sp>
        <p:nvSpPr>
          <p:cNvPr id="25" name="Slide Number Placeholder 0"/>
          <p:cNvSpPr>
            <a:spLocks noGrp="1"/>
          </p:cNvSpPr>
          <p:nvPr>
            <p:ph type="sldNum" sz="quarter" idx="4294967295"/>
          </p:nvPr>
        </p:nvSpPr>
        <p:spPr>
          <a:xfrm>
            <a:off x="16733520" y="9582912"/>
            <a:ext cx="603504"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CDC5B9"/>
                </a:solidFill>
              </a:defRPr>
            </a:lvl1pPr>
          </a:lstStyle>
          <a:p>
            <a:pPr algn="r"/>
            <a:fld id="{F7021451-1387-4CA6-816F-3879F97B5CBC}" type="slidenum">
              <a:rPr lang="en-US" b="0"/>
              <a:t>12</a:t>
            </a:fld>
            <a:endParaRPr lang="en-US"/>
          </a:p>
        </p:txBody>
      </p:sp>
      <p:sp>
        <p:nvSpPr>
          <p:cNvPr id="21" name="t_255">
            <a:extLst>
              <a:ext uri="{FF2B5EF4-FFF2-40B4-BE49-F238E27FC236}">
                <a16:creationId xmlns:a16="http://schemas.microsoft.com/office/drawing/2014/main" id="{FF326D7C-F60F-DE27-87F0-E3E0A8098754}"/>
              </a:ext>
            </a:extLst>
          </p:cNvPr>
          <p:cNvSpPr txBox="1"/>
          <p:nvPr/>
        </p:nvSpPr>
        <p:spPr>
          <a:xfrm>
            <a:off x="4517136" y="7278624"/>
            <a:ext cx="12819888" cy="1005840"/>
          </a:xfrm>
          <a:prstGeom prst="rect">
            <a:avLst/>
          </a:prstGeom>
          <a:noFill/>
          <a:ln/>
        </p:spPr>
        <p:txBody>
          <a:bodyPr wrap="square" lIns="0" tIns="0" rIns="0" bIns="0" rtlCol="0" anchor="ctr"/>
          <a:lstStyle/>
          <a:p>
            <a:pPr marL="0" indent="0">
              <a:lnSpc>
                <a:spcPct val="130000"/>
              </a:lnSpc>
              <a:buNone/>
            </a:pPr>
            <a:r>
              <a:rPr lang="en-US" sz="1550" dirty="0">
                <a:solidFill>
                  <a:srgbClr val="222222"/>
                </a:solidFill>
                <a:latin typeface="Pretendard" pitchFamily="34" charset="0"/>
                <a:ea typeface="Pretendard" pitchFamily="34" charset="-122"/>
                <a:cs typeface="Pretendard" pitchFamily="34" charset="-120"/>
              </a:rPr>
              <a:t>반복 상한 40회, 허용 오차 0.01 — cm 가 아니라 IK 내부 단위이며 약 0.05 cm 다.</a:t>
            </a:r>
            <a:endParaRPr lang="en-US" sz="1550" dirty="0"/>
          </a:p>
        </p:txBody>
      </p:sp>
      <p:sp>
        <p:nvSpPr>
          <p:cNvPr id="23" name="t_258">
            <a:extLst>
              <a:ext uri="{FF2B5EF4-FFF2-40B4-BE49-F238E27FC236}">
                <a16:creationId xmlns:a16="http://schemas.microsoft.com/office/drawing/2014/main" id="{05B8821A-7194-76B3-7151-9EFED8298702}"/>
              </a:ext>
            </a:extLst>
          </p:cNvPr>
          <p:cNvSpPr txBox="1"/>
          <p:nvPr/>
        </p:nvSpPr>
        <p:spPr>
          <a:xfrm>
            <a:off x="4517136" y="8430768"/>
            <a:ext cx="12819888" cy="1005840"/>
          </a:xfrm>
          <a:prstGeom prst="rect">
            <a:avLst/>
          </a:prstGeom>
          <a:noFill/>
          <a:ln/>
        </p:spPr>
        <p:txBody>
          <a:bodyPr wrap="square" lIns="0" tIns="0" rIns="0" bIns="0" rtlCol="0" anchor="ctr"/>
          <a:lstStyle/>
          <a:p>
            <a:pPr marL="0" indent="0">
              <a:lnSpc>
                <a:spcPct val="130000"/>
              </a:lnSpc>
              <a:buNone/>
            </a:pPr>
            <a:r>
              <a:rPr lang="en-US" sz="1550" dirty="0">
                <a:solidFill>
                  <a:srgbClr val="222222"/>
                </a:solidFill>
                <a:latin typeface="Pretendard" pitchFamily="34" charset="0"/>
                <a:ea typeface="Pretendard" pitchFamily="34" charset="-122"/>
                <a:cs typeface="Pretendard" pitchFamily="34" charset="-120"/>
              </a:rPr>
              <a:t>지수 감쇠 보간으로 접근하면서, 남은 이동 거리에 비례해 손목을 들어 올린다.   arcMultiplier 0.2 · wristReachMargin 0.8 (≈ 4.1 cm)</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950976" y="749808"/>
            <a:ext cx="9144000" cy="384048"/>
          </a:xfrm>
          <a:prstGeom prst="rect">
            <a:avLst/>
          </a:prstGeom>
          <a:noFill/>
          <a:ln/>
        </p:spPr>
        <p:txBody>
          <a:bodyPr wrap="square" lIns="0" tIns="0" rIns="0" bIns="0" rtlCol="0" anchor="ctr"/>
          <a:lstStyle/>
          <a:p>
            <a:pPr marL="0" indent="0" algn="l">
              <a:buNone/>
            </a:pPr>
            <a:r>
              <a:rPr lang="en-US" sz="1800" kern="0" spc="60" dirty="0">
                <a:solidFill>
                  <a:srgbClr val="BACCC3"/>
                </a:solidFill>
                <a:latin typeface="Pretendard" pitchFamily="34" charset="0"/>
                <a:ea typeface="Pretendard" pitchFamily="34" charset="-122"/>
                <a:cs typeface="Pretendard" pitchFamily="34" charset="-120"/>
              </a:rPr>
              <a:t>Chapter 3.</a:t>
            </a:r>
            <a:endParaRPr lang="en-US" sz="1800" dirty="0"/>
          </a:p>
        </p:txBody>
      </p:sp>
      <p:sp>
        <p:nvSpPr>
          <p:cNvPr id="3" name="Text 0"/>
          <p:cNvSpPr txBox="1">
            <a:spLocks noGrp="1"/>
          </p:cNvSpPr>
          <p:nvPr>
            <p:ph type="title" idx="101" hasCustomPrompt="1"/>
          </p:nvPr>
        </p:nvSpPr>
        <p:spPr>
          <a:xfrm>
            <a:off x="950976" y="1152144"/>
            <a:ext cx="12435840" cy="713232"/>
          </a:xfrm>
          <a:prstGeom prst="rect">
            <a:avLst/>
          </a:prstGeom>
          <a:noFill/>
          <a:ln/>
        </p:spPr>
        <p:txBody>
          <a:bodyPr wrap="square" lIns="0" tIns="0" rIns="0" bIns="0" rtlCol="0" anchor="ctr"/>
          <a:lstStyle/>
          <a:p>
            <a:pPr marL="0" indent="0" algn="l">
              <a:buNone/>
            </a:pPr>
            <a:r>
              <a:rPr lang="en-US" sz="3800" b="1" dirty="0">
                <a:solidFill>
                  <a:srgbClr val="6A7E74"/>
                </a:solidFill>
                <a:latin typeface="Pretendard" pitchFamily="34" charset="0"/>
                <a:ea typeface="Pretendard" pitchFamily="34" charset="-122"/>
                <a:cs typeface="Pretendard" pitchFamily="34" charset="-120"/>
              </a:rPr>
              <a:t>실제 비율 건반에 양손 10손가락 타건</a:t>
            </a:r>
            <a:endParaRPr lang="en-US" sz="3800" dirty="0"/>
          </a:p>
        </p:txBody>
      </p:sp>
      <p:sp>
        <p:nvSpPr>
          <p:cNvPr id="4" name="vidfr"/>
          <p:cNvSpPr/>
          <p:nvPr/>
        </p:nvSpPr>
        <p:spPr>
          <a:xfrm>
            <a:off x="896112" y="2834640"/>
            <a:ext cx="9619488" cy="5458968"/>
          </a:xfrm>
          <a:prstGeom prst="rect">
            <a:avLst/>
          </a:prstGeom>
          <a:solidFill>
            <a:srgbClr val="E4DFD8"/>
          </a:solidFill>
          <a:ln/>
        </p:spPr>
        <p:txBody>
          <a:bodyPr/>
          <a:lstStyle/>
          <a:p>
            <a:endParaRPr lang="ko-KR" altLang="en-US"/>
          </a:p>
        </p:txBody>
      </p:sp>
      <p:pic>
        <p:nvPicPr>
          <p:cNvPr id="5"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950976" y="2889504"/>
            <a:ext cx="9509760" cy="5349240"/>
          </a:xfrm>
          <a:prstGeom prst="rect">
            <a:avLst/>
          </a:prstGeom>
        </p:spPr>
      </p:pic>
      <p:sp>
        <p:nvSpPr>
          <p:cNvPr id="6" name="t_262"/>
          <p:cNvSpPr txBox="1"/>
          <p:nvPr/>
        </p:nvSpPr>
        <p:spPr>
          <a:xfrm>
            <a:off x="950976" y="8421624"/>
            <a:ext cx="9509760" cy="310896"/>
          </a:xfrm>
          <a:prstGeom prst="rect">
            <a:avLst/>
          </a:prstGeom>
          <a:noFill/>
          <a:ln/>
        </p:spPr>
        <p:txBody>
          <a:bodyPr wrap="square" lIns="0" tIns="0" rIns="0" bIns="0" rtlCol="0" anchor="ctr"/>
          <a:lstStyle/>
          <a:p>
            <a:pPr marL="0" indent="0" algn="ctr">
              <a:buNone/>
            </a:pPr>
            <a:r>
              <a:rPr lang="en-US" sz="1250" dirty="0">
                <a:solidFill>
                  <a:srgbClr val="444444"/>
                </a:solidFill>
                <a:latin typeface="Pretendard" pitchFamily="34" charset="0"/>
                <a:ea typeface="Pretendard" pitchFamily="34" charset="-122"/>
                <a:cs typeface="Pretendard" pitchFamily="34" charset="-120"/>
              </a:rPr>
              <a:t>IK 솔버 출력 — 슬라이드에서 바로 재생한다</a:t>
            </a:r>
            <a:endParaRPr lang="en-US" sz="1250" dirty="0"/>
          </a:p>
        </p:txBody>
      </p:sp>
      <p:sp>
        <p:nvSpPr>
          <p:cNvPr id="7" name="t_263"/>
          <p:cNvSpPr txBox="1"/>
          <p:nvPr/>
        </p:nvSpPr>
        <p:spPr>
          <a:xfrm>
            <a:off x="11283696" y="2962656"/>
            <a:ext cx="6053328" cy="5394960"/>
          </a:xfrm>
          <a:prstGeom prst="rect">
            <a:avLst/>
          </a:prstGeom>
          <a:noFill/>
          <a:ln/>
        </p:spPr>
        <p:txBody>
          <a:bodyPr wrap="square" lIns="0" tIns="0" rIns="0" bIns="0" rtlCol="0" anchor="t"/>
          <a:lstStyle/>
          <a:p>
            <a:pPr marL="228600" indent="-228600" algn="l">
              <a:lnSpc>
                <a:spcPct val="135000"/>
              </a:lnSpc>
              <a:spcAft>
                <a:spcPts val="1200"/>
              </a:spcAft>
              <a:buSzPct val="100000"/>
              <a:buChar char="•"/>
            </a:pPr>
            <a:r>
              <a:rPr lang="en-US" sz="1600" b="1" dirty="0">
                <a:solidFill>
                  <a:srgbClr val="222222"/>
                </a:solidFill>
                <a:latin typeface="Pretendard" pitchFamily="34" charset="0"/>
                <a:ea typeface="Pretendard" pitchFamily="34" charset="-122"/>
                <a:cs typeface="Pretendard" pitchFamily="34" charset="-120"/>
              </a:rPr>
              <a:t>실제 비율 건반 위에서 양손 10손가락이 움직인다</a:t>
            </a:r>
            <a:endParaRPr lang="en-US" sz="1600" dirty="0"/>
          </a:p>
          <a:p>
            <a:pPr marL="228600" indent="-228600" algn="l">
              <a:lnSpc>
                <a:spcPct val="135000"/>
              </a:lnSpc>
              <a:spcAft>
                <a:spcPts val="1200"/>
              </a:spcAft>
              <a:buSzPct val="100000"/>
              <a:buChar char="•"/>
            </a:pPr>
            <a:r>
              <a:rPr lang="en-US" sz="1450" dirty="0">
                <a:solidFill>
                  <a:srgbClr val="444444"/>
                </a:solidFill>
                <a:latin typeface="Pretendard" pitchFamily="34" charset="0"/>
                <a:ea typeface="Pretendard" pitchFamily="34" charset="-122"/>
                <a:cs typeface="Pretendard" pitchFamily="34" charset="-120"/>
              </a:rPr>
              <a:t>흑건은 건반 안쪽, 백건은 앞쪽 — 타건 지점을 구분한다</a:t>
            </a:r>
            <a:endParaRPr lang="en-US" sz="1600" dirty="0"/>
          </a:p>
          <a:p>
            <a:pPr marL="228600" indent="-228600" algn="l">
              <a:lnSpc>
                <a:spcPct val="135000"/>
              </a:lnSpc>
              <a:spcAft>
                <a:spcPts val="1200"/>
              </a:spcAft>
              <a:buSzPct val="100000"/>
              <a:buChar char="•"/>
            </a:pPr>
            <a:r>
              <a:rPr lang="en-US" sz="1450" dirty="0">
                <a:solidFill>
                  <a:srgbClr val="444444"/>
                </a:solidFill>
                <a:latin typeface="Pretendard" pitchFamily="34" charset="0"/>
                <a:ea typeface="Pretendard" pitchFamily="34" charset="-122"/>
                <a:cs typeface="Pretendard" pitchFamily="34" charset="-120"/>
              </a:rPr>
              <a:t>엄지 뿌리를 CMC 위치로 옮기고 타건 지점 조정</a:t>
            </a:r>
            <a:endParaRPr lang="en-US" sz="1600" dirty="0"/>
          </a:p>
          <a:p>
            <a:pPr marL="228600" indent="-228600" algn="l">
              <a:lnSpc>
                <a:spcPct val="135000"/>
              </a:lnSpc>
              <a:spcAft>
                <a:spcPts val="1200"/>
              </a:spcAft>
              <a:buSzPct val="100000"/>
              <a:buChar char="•"/>
            </a:pPr>
            <a:r>
              <a:rPr lang="en-US" sz="1600" b="1" dirty="0">
                <a:solidFill>
                  <a:srgbClr val="222222"/>
                </a:solidFill>
                <a:latin typeface="Pretendard" pitchFamily="34" charset="0"/>
                <a:ea typeface="Pretendard" pitchFamily="34" charset="-122"/>
                <a:cs typeface="Pretendard" pitchFamily="34" charset="-120"/>
              </a:rPr>
              <a:t>출력: joints.csv + wrist.csv (30 FPS)</a:t>
            </a:r>
            <a:endParaRPr lang="en-US" sz="1600" dirty="0"/>
          </a:p>
          <a:p>
            <a:pPr marL="228600" indent="-228600" algn="l">
              <a:lnSpc>
                <a:spcPct val="135000"/>
              </a:lnSpc>
              <a:spcAft>
                <a:spcPts val="1200"/>
              </a:spcAft>
              <a:buSzPct val="100000"/>
              <a:buChar char="•"/>
            </a:pPr>
            <a:r>
              <a:rPr lang="en-US" sz="1450" dirty="0">
                <a:solidFill>
                  <a:srgbClr val="444444"/>
                </a:solidFill>
                <a:latin typeface="Pretendard" pitchFamily="34" charset="0"/>
                <a:ea typeface="Pretendard" pitchFamily="34" charset="-122"/>
                <a:cs typeface="Pretendard" pitchFamily="34" charset="-120"/>
              </a:rPr>
              <a:t>frame, time_ms, bone, flex_deg, abd_deg, twist_deg</a:t>
            </a:r>
            <a:endParaRPr lang="en-US" sz="1600" dirty="0"/>
          </a:p>
          <a:p>
            <a:pPr marL="228600" indent="-228600" algn="l">
              <a:lnSpc>
                <a:spcPct val="135000"/>
              </a:lnSpc>
              <a:spcAft>
                <a:spcPts val="1200"/>
              </a:spcAft>
              <a:buSzPct val="100000"/>
              <a:buChar char="•"/>
            </a:pPr>
            <a:r>
              <a:rPr lang="en-US" sz="1450" dirty="0" err="1">
                <a:solidFill>
                  <a:srgbClr val="444444"/>
                </a:solidFill>
                <a:latin typeface="Pretendard" pitchFamily="34" charset="0"/>
                <a:ea typeface="Pretendard" pitchFamily="34" charset="-122"/>
                <a:cs typeface="Pretendard" pitchFamily="34" charset="-120"/>
              </a:rPr>
              <a:t>달빛</a:t>
            </a:r>
            <a:r>
              <a:rPr lang="en-US" sz="1450" dirty="0">
                <a:solidFill>
                  <a:srgbClr val="444444"/>
                </a:solidFill>
                <a:latin typeface="Pretendard" pitchFamily="34" charset="0"/>
                <a:ea typeface="Pretendard" pitchFamily="34" charset="-122"/>
                <a:cs typeface="Pretendard" pitchFamily="34" charset="-120"/>
              </a:rPr>
              <a:t> 전곡 248초 · 7,447프레임 → 4초 만에 내보냄</a:t>
            </a:r>
            <a:endParaRPr lang="en-US" sz="1600" dirty="0"/>
          </a:p>
          <a:p>
            <a:pPr marL="228600" indent="-228600" algn="l">
              <a:lnSpc>
                <a:spcPct val="135000"/>
              </a:lnSpc>
              <a:spcAft>
                <a:spcPts val="1200"/>
              </a:spcAft>
              <a:buSzPct val="100000"/>
              <a:buChar char="•"/>
            </a:pPr>
            <a:r>
              <a:rPr lang="en-US" sz="2400" b="1" dirty="0" err="1">
                <a:solidFill>
                  <a:srgbClr val="466456"/>
                </a:solidFill>
                <a:latin typeface="Pretendard" pitchFamily="34" charset="0"/>
                <a:ea typeface="Pretendard" pitchFamily="34" charset="-122"/>
                <a:cs typeface="Pretendard" pitchFamily="34" charset="-120"/>
              </a:rPr>
              <a:t>A_IK_DebClai</a:t>
            </a:r>
            <a:r>
              <a:rPr lang="en-US" sz="2400" b="1" dirty="0">
                <a:solidFill>
                  <a:srgbClr val="466456"/>
                </a:solidFill>
                <a:latin typeface="Pretendard" pitchFamily="34" charset="0"/>
                <a:ea typeface="Pretendard" pitchFamily="34" charset="-122"/>
                <a:cs typeface="Pretendard" pitchFamily="34" charset="-120"/>
              </a:rPr>
              <a:t> 애니메이션 생성 완료</a:t>
            </a:r>
            <a:endParaRPr lang="en-US" sz="1600" dirty="0"/>
          </a:p>
        </p:txBody>
      </p:sp>
      <p:sp>
        <p:nvSpPr>
          <p:cNvPr id="25" name="Slide Number Placeholder 0"/>
          <p:cNvSpPr>
            <a:spLocks noGrp="1"/>
          </p:cNvSpPr>
          <p:nvPr>
            <p:ph type="sldNum" sz="quarter" idx="4294967295"/>
          </p:nvPr>
        </p:nvSpPr>
        <p:spPr>
          <a:xfrm>
            <a:off x="16733520" y="9582912"/>
            <a:ext cx="603504"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CDC5B9"/>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950976" y="749808"/>
            <a:ext cx="9144000" cy="384048"/>
          </a:xfrm>
          <a:prstGeom prst="rect">
            <a:avLst/>
          </a:prstGeom>
          <a:noFill/>
          <a:ln/>
        </p:spPr>
        <p:txBody>
          <a:bodyPr wrap="square" lIns="0" tIns="0" rIns="0" bIns="0" rtlCol="0" anchor="ctr"/>
          <a:lstStyle/>
          <a:p>
            <a:pPr marL="0" indent="0" algn="l">
              <a:buNone/>
            </a:pPr>
            <a:r>
              <a:rPr lang="en-US" sz="1800" kern="0" spc="60" dirty="0">
                <a:solidFill>
                  <a:srgbClr val="BACCC3"/>
                </a:solidFill>
                <a:latin typeface="Pretendard" pitchFamily="34" charset="0"/>
                <a:ea typeface="Pretendard" pitchFamily="34" charset="-122"/>
                <a:cs typeface="Pretendard" pitchFamily="34" charset="-120"/>
              </a:rPr>
              <a:t>Chapter 3.</a:t>
            </a:r>
            <a:endParaRPr lang="en-US" sz="1800" dirty="0"/>
          </a:p>
        </p:txBody>
      </p:sp>
      <p:sp>
        <p:nvSpPr>
          <p:cNvPr id="3" name="Text 0"/>
          <p:cNvSpPr txBox="1">
            <a:spLocks noGrp="1"/>
          </p:cNvSpPr>
          <p:nvPr>
            <p:ph type="title" idx="101" hasCustomPrompt="1"/>
          </p:nvPr>
        </p:nvSpPr>
        <p:spPr>
          <a:xfrm>
            <a:off x="950976" y="1152144"/>
            <a:ext cx="12435840" cy="713232"/>
          </a:xfrm>
          <a:prstGeom prst="rect">
            <a:avLst/>
          </a:prstGeom>
          <a:noFill/>
          <a:ln/>
        </p:spPr>
        <p:txBody>
          <a:bodyPr wrap="square" lIns="0" tIns="0" rIns="0" bIns="0" rtlCol="0" anchor="ctr"/>
          <a:lstStyle/>
          <a:p>
            <a:pPr marL="0" indent="0" algn="l">
              <a:buNone/>
            </a:pPr>
            <a:r>
              <a:rPr lang="en-US" sz="3800" b="1" dirty="0" err="1">
                <a:solidFill>
                  <a:srgbClr val="6A7E74"/>
                </a:solidFill>
                <a:latin typeface="Pretendard" pitchFamily="34" charset="0"/>
                <a:ea typeface="Pretendard" pitchFamily="34" charset="-122"/>
                <a:cs typeface="Pretendard" pitchFamily="34" charset="-120"/>
              </a:rPr>
              <a:t>결과와</a:t>
            </a:r>
            <a:r>
              <a:rPr lang="ko-KR" altLang="en-US" dirty="0"/>
              <a:t> 현재 문제점</a:t>
            </a:r>
            <a:endParaRPr lang="en-US" sz="3800" dirty="0"/>
          </a:p>
        </p:txBody>
      </p:sp>
      <p:sp>
        <p:nvSpPr>
          <p:cNvPr id="4" name="vb_266"/>
          <p:cNvSpPr/>
          <p:nvPr/>
        </p:nvSpPr>
        <p:spPr>
          <a:xfrm>
            <a:off x="950976" y="2651760"/>
            <a:ext cx="68580" cy="347472"/>
          </a:xfrm>
          <a:prstGeom prst="rect">
            <a:avLst/>
          </a:prstGeom>
          <a:solidFill>
            <a:srgbClr val="6A7E74"/>
          </a:solidFill>
          <a:ln/>
        </p:spPr>
        <p:txBody>
          <a:bodyPr/>
          <a:lstStyle/>
          <a:p>
            <a:endParaRPr lang="ko-KR" altLang="en-US"/>
          </a:p>
        </p:txBody>
      </p:sp>
      <p:sp>
        <p:nvSpPr>
          <p:cNvPr id="5" name="t_267"/>
          <p:cNvSpPr txBox="1"/>
          <p:nvPr/>
        </p:nvSpPr>
        <p:spPr>
          <a:xfrm>
            <a:off x="1152144" y="2615184"/>
            <a:ext cx="7735824" cy="420624"/>
          </a:xfrm>
          <a:prstGeom prst="rect">
            <a:avLst/>
          </a:prstGeom>
          <a:noFill/>
          <a:ln/>
        </p:spPr>
        <p:txBody>
          <a:bodyPr wrap="square" lIns="0" tIns="0" rIns="0" bIns="0" rtlCol="0" anchor="ctr"/>
          <a:lstStyle/>
          <a:p>
            <a:pPr marL="0" indent="0">
              <a:buNone/>
            </a:pPr>
            <a:r>
              <a:rPr lang="en-US" sz="2000" b="1" dirty="0">
                <a:solidFill>
                  <a:srgbClr val="222222"/>
                </a:solidFill>
                <a:latin typeface="Pretendard" pitchFamily="34" charset="0"/>
                <a:ea typeface="Pretendard" pitchFamily="34" charset="-122"/>
                <a:cs typeface="Pretendard" pitchFamily="34" charset="-120"/>
              </a:rPr>
              <a:t>확보한 것</a:t>
            </a:r>
            <a:endParaRPr lang="en-US" sz="2000" dirty="0"/>
          </a:p>
        </p:txBody>
      </p:sp>
      <p:sp>
        <p:nvSpPr>
          <p:cNvPr id="6" name="t_268"/>
          <p:cNvSpPr txBox="1"/>
          <p:nvPr/>
        </p:nvSpPr>
        <p:spPr>
          <a:xfrm>
            <a:off x="1170432" y="3291840"/>
            <a:ext cx="7516368" cy="2194560"/>
          </a:xfrm>
          <a:prstGeom prst="rect">
            <a:avLst/>
          </a:prstGeom>
          <a:noFill/>
          <a:ln/>
        </p:spPr>
        <p:txBody>
          <a:bodyPr wrap="square" lIns="0" tIns="0" rIns="0" bIns="0" rtlCol="0" anchor="t"/>
          <a:lstStyle/>
          <a:p>
            <a:pPr marL="228600" indent="-228600" algn="l">
              <a:lnSpc>
                <a:spcPct val="135000"/>
              </a:lnSpc>
              <a:spcAft>
                <a:spcPts val="1100"/>
              </a:spcAft>
              <a:buSzPct val="100000"/>
              <a:buChar char="•"/>
            </a:pPr>
            <a:r>
              <a:rPr lang="en-US" dirty="0">
                <a:solidFill>
                  <a:srgbClr val="444444"/>
                </a:solidFill>
                <a:latin typeface="Pretendard" pitchFamily="34" charset="0"/>
                <a:ea typeface="Pretendard" pitchFamily="34" charset="-122"/>
                <a:cs typeface="Pretendard" pitchFamily="34" charset="-120"/>
              </a:rPr>
              <a:t>양손 10손가락이 </a:t>
            </a:r>
            <a:r>
              <a:rPr lang="en-US" dirty="0" err="1">
                <a:solidFill>
                  <a:srgbClr val="444444"/>
                </a:solidFill>
                <a:latin typeface="Pretendard" pitchFamily="34" charset="0"/>
                <a:ea typeface="Pretendard" pitchFamily="34" charset="-122"/>
                <a:cs typeface="Pretendard" pitchFamily="34" charset="-120"/>
              </a:rPr>
              <a:t>실제</a:t>
            </a:r>
            <a:r>
              <a:rPr lang="en-US" dirty="0">
                <a:solidFill>
                  <a:srgbClr val="444444"/>
                </a:solidFill>
                <a:latin typeface="Pretendard" pitchFamily="34" charset="0"/>
                <a:ea typeface="Pretendard" pitchFamily="34" charset="-122"/>
                <a:cs typeface="Pretendard" pitchFamily="34" charset="-120"/>
              </a:rPr>
              <a:t> </a:t>
            </a:r>
            <a:r>
              <a:rPr lang="en-US" dirty="0" err="1">
                <a:solidFill>
                  <a:srgbClr val="444444"/>
                </a:solidFill>
                <a:latin typeface="Pretendard" pitchFamily="34" charset="0"/>
                <a:ea typeface="Pretendard" pitchFamily="34" charset="-122"/>
                <a:cs typeface="Pretendard" pitchFamily="34" charset="-120"/>
              </a:rPr>
              <a:t>비율</a:t>
            </a:r>
            <a:r>
              <a:rPr lang="ko-KR" altLang="en-US" dirty="0">
                <a:solidFill>
                  <a:srgbClr val="444444"/>
                </a:solidFill>
                <a:latin typeface="Pretendard" pitchFamily="34" charset="0"/>
                <a:ea typeface="Pretendard" pitchFamily="34" charset="-122"/>
                <a:cs typeface="Pretendard" pitchFamily="34" charset="-120"/>
              </a:rPr>
              <a:t>대로 건반을 치는 애니메이션 완성</a:t>
            </a:r>
            <a:endParaRPr lang="en-US" dirty="0"/>
          </a:p>
          <a:p>
            <a:pPr marL="228600" indent="-228600" algn="l">
              <a:lnSpc>
                <a:spcPct val="135000"/>
              </a:lnSpc>
              <a:spcAft>
                <a:spcPts val="1100"/>
              </a:spcAft>
              <a:buSzPct val="100000"/>
              <a:buChar char="•"/>
            </a:pPr>
            <a:r>
              <a:rPr lang="en-US" dirty="0">
                <a:solidFill>
                  <a:srgbClr val="444444"/>
                </a:solidFill>
                <a:latin typeface="Pretendard" pitchFamily="34" charset="0"/>
                <a:ea typeface="Pretendard" pitchFamily="34" charset="-122"/>
                <a:cs typeface="Pretendard" pitchFamily="34" charset="-120"/>
              </a:rPr>
              <a:t>관절 각도를 </a:t>
            </a:r>
            <a:r>
              <a:rPr lang="en-US" dirty="0" err="1">
                <a:solidFill>
                  <a:srgbClr val="444444"/>
                </a:solidFill>
                <a:latin typeface="Pretendard" pitchFamily="34" charset="0"/>
                <a:ea typeface="Pretendard" pitchFamily="34" charset="-122"/>
                <a:cs typeface="Pretendard" pitchFamily="34" charset="-120"/>
              </a:rPr>
              <a:t>CSV로</a:t>
            </a:r>
            <a:r>
              <a:rPr lang="en-US" dirty="0">
                <a:solidFill>
                  <a:srgbClr val="444444"/>
                </a:solidFill>
                <a:latin typeface="Pretendard" pitchFamily="34" charset="0"/>
                <a:ea typeface="Pretendard" pitchFamily="34" charset="-122"/>
                <a:cs typeface="Pretendard" pitchFamily="34" charset="-120"/>
              </a:rPr>
              <a:t> </a:t>
            </a:r>
            <a:r>
              <a:rPr lang="en-US" dirty="0" err="1">
                <a:solidFill>
                  <a:srgbClr val="444444"/>
                </a:solidFill>
                <a:latin typeface="Pretendard" pitchFamily="34" charset="0"/>
                <a:ea typeface="Pretendard" pitchFamily="34" charset="-122"/>
                <a:cs typeface="Pretendard" pitchFamily="34" charset="-120"/>
              </a:rPr>
              <a:t>내보내</a:t>
            </a:r>
            <a:r>
              <a:rPr lang="en-US" dirty="0">
                <a:solidFill>
                  <a:srgbClr val="444444"/>
                </a:solidFill>
                <a:latin typeface="Pretendard" pitchFamily="34" charset="0"/>
                <a:ea typeface="Pretendard" pitchFamily="34" charset="-122"/>
                <a:cs typeface="Pretendard" pitchFamily="34" charset="-120"/>
              </a:rPr>
              <a:t> UE5 AnimSequence </a:t>
            </a:r>
            <a:r>
              <a:rPr lang="en-US" dirty="0" err="1">
                <a:solidFill>
                  <a:srgbClr val="444444"/>
                </a:solidFill>
                <a:latin typeface="Pretendard" pitchFamily="34" charset="0"/>
                <a:ea typeface="Pretendard" pitchFamily="34" charset="-122"/>
                <a:cs typeface="Pretendard" pitchFamily="34" charset="-120"/>
              </a:rPr>
              <a:t>임포트까지</a:t>
            </a:r>
            <a:r>
              <a:rPr lang="en-US" dirty="0">
                <a:solidFill>
                  <a:srgbClr val="444444"/>
                </a:solidFill>
                <a:latin typeface="Pretendard" pitchFamily="34" charset="0"/>
                <a:ea typeface="Pretendard" pitchFamily="34" charset="-122"/>
                <a:cs typeface="Pretendard" pitchFamily="34" charset="-120"/>
              </a:rPr>
              <a:t> </a:t>
            </a:r>
            <a:r>
              <a:rPr lang="en-US" dirty="0" err="1">
                <a:solidFill>
                  <a:srgbClr val="444444"/>
                </a:solidFill>
                <a:latin typeface="Pretendard" pitchFamily="34" charset="0"/>
                <a:ea typeface="Pretendard" pitchFamily="34" charset="-122"/>
                <a:cs typeface="Pretendard" pitchFamily="34" charset="-120"/>
              </a:rPr>
              <a:t>연결</a:t>
            </a:r>
            <a:r>
              <a:rPr lang="ko-KR" altLang="en-US" dirty="0">
                <a:solidFill>
                  <a:srgbClr val="444444"/>
                </a:solidFill>
                <a:latin typeface="Pretendard" pitchFamily="34" charset="0"/>
                <a:ea typeface="Pretendard" pitchFamily="34" charset="-122"/>
                <a:cs typeface="Pretendard" pitchFamily="34" charset="-120"/>
              </a:rPr>
              <a:t> 완료</a:t>
            </a:r>
            <a:endParaRPr lang="en-US" dirty="0"/>
          </a:p>
        </p:txBody>
      </p:sp>
      <p:sp>
        <p:nvSpPr>
          <p:cNvPr id="7" name="vb_269"/>
          <p:cNvSpPr/>
          <p:nvPr/>
        </p:nvSpPr>
        <p:spPr>
          <a:xfrm>
            <a:off x="9601200" y="2651760"/>
            <a:ext cx="68580" cy="347472"/>
          </a:xfrm>
          <a:prstGeom prst="rect">
            <a:avLst/>
          </a:prstGeom>
          <a:solidFill>
            <a:srgbClr val="A8584F"/>
          </a:solidFill>
          <a:ln/>
        </p:spPr>
        <p:txBody>
          <a:bodyPr/>
          <a:lstStyle/>
          <a:p>
            <a:endParaRPr lang="ko-KR" altLang="en-US"/>
          </a:p>
        </p:txBody>
      </p:sp>
      <p:sp>
        <p:nvSpPr>
          <p:cNvPr id="8" name="t_270"/>
          <p:cNvSpPr txBox="1"/>
          <p:nvPr/>
        </p:nvSpPr>
        <p:spPr>
          <a:xfrm>
            <a:off x="9802368" y="2615184"/>
            <a:ext cx="7735824" cy="420624"/>
          </a:xfrm>
          <a:prstGeom prst="rect">
            <a:avLst/>
          </a:prstGeom>
          <a:noFill/>
          <a:ln/>
        </p:spPr>
        <p:txBody>
          <a:bodyPr wrap="square" lIns="0" tIns="0" rIns="0" bIns="0" rtlCol="0" anchor="ctr"/>
          <a:lstStyle/>
          <a:p>
            <a:pPr marL="0" indent="0">
              <a:buNone/>
            </a:pPr>
            <a:r>
              <a:rPr lang="ko-KR" altLang="en-US" sz="2000" b="1" dirty="0">
                <a:solidFill>
                  <a:srgbClr val="222222"/>
                </a:solidFill>
                <a:latin typeface="Pretendard" pitchFamily="34" charset="0"/>
                <a:ea typeface="Pretendard" pitchFamily="34" charset="-122"/>
                <a:cs typeface="Pretendard" pitchFamily="34" charset="-120"/>
              </a:rPr>
              <a:t>현재 문제점</a:t>
            </a:r>
            <a:endParaRPr lang="en-US" sz="2000" dirty="0"/>
          </a:p>
        </p:txBody>
      </p:sp>
      <p:sp>
        <p:nvSpPr>
          <p:cNvPr id="9" name="t_271"/>
          <p:cNvSpPr txBox="1"/>
          <p:nvPr/>
        </p:nvSpPr>
        <p:spPr>
          <a:xfrm>
            <a:off x="9820656" y="3291840"/>
            <a:ext cx="7516368" cy="2194560"/>
          </a:xfrm>
          <a:prstGeom prst="rect">
            <a:avLst/>
          </a:prstGeom>
          <a:noFill/>
          <a:ln/>
        </p:spPr>
        <p:txBody>
          <a:bodyPr wrap="square" lIns="0" tIns="0" rIns="0" bIns="0" rtlCol="0" anchor="t"/>
          <a:lstStyle/>
          <a:p>
            <a:pPr marL="228600" indent="-228600" algn="l">
              <a:lnSpc>
                <a:spcPct val="135000"/>
              </a:lnSpc>
              <a:spcAft>
                <a:spcPts val="1100"/>
              </a:spcAft>
              <a:buSzPct val="100000"/>
              <a:buChar char="•"/>
            </a:pPr>
            <a:r>
              <a:rPr lang="en-US" sz="1500" dirty="0">
                <a:solidFill>
                  <a:srgbClr val="444444"/>
                </a:solidFill>
                <a:latin typeface="Pretendard" pitchFamily="34" charset="0"/>
                <a:ea typeface="Pretendard" pitchFamily="34" charset="-122"/>
                <a:cs typeface="Pretendard" pitchFamily="34" charset="-120"/>
              </a:rPr>
              <a:t>마디 </a:t>
            </a:r>
            <a:r>
              <a:rPr lang="en-US" sz="1500" dirty="0" err="1">
                <a:solidFill>
                  <a:srgbClr val="444444"/>
                </a:solidFill>
                <a:latin typeface="Pretendard" pitchFamily="34" charset="0"/>
                <a:ea typeface="Pretendard" pitchFamily="34" charset="-122"/>
                <a:cs typeface="Pretendard" pitchFamily="34" charset="-120"/>
              </a:rPr>
              <a:t>길이를</a:t>
            </a:r>
            <a:r>
              <a:rPr lang="en-US" sz="1500" dirty="0">
                <a:solidFill>
                  <a:srgbClr val="444444"/>
                </a:solidFill>
                <a:latin typeface="Pretendard" pitchFamily="34" charset="0"/>
                <a:ea typeface="Pretendard" pitchFamily="34" charset="-122"/>
                <a:cs typeface="Pretendard" pitchFamily="34" charset="-120"/>
              </a:rPr>
              <a:t> </a:t>
            </a:r>
            <a:r>
              <a:rPr lang="en-US" sz="1500" dirty="0" err="1">
                <a:solidFill>
                  <a:srgbClr val="444444"/>
                </a:solidFill>
                <a:latin typeface="Pretendard" pitchFamily="34" charset="0"/>
                <a:ea typeface="Pretendard" pitchFamily="34" charset="-122"/>
                <a:cs typeface="Pretendard" pitchFamily="34" charset="-120"/>
              </a:rPr>
              <a:t>MetaHuman</a:t>
            </a:r>
            <a:r>
              <a:rPr lang="en-US" sz="1500" dirty="0">
                <a:solidFill>
                  <a:srgbClr val="444444"/>
                </a:solidFill>
                <a:latin typeface="Pretendard" pitchFamily="34" charset="0"/>
                <a:ea typeface="Pretendard" pitchFamily="34" charset="-122"/>
                <a:cs typeface="Pretendard" pitchFamily="34" charset="-120"/>
              </a:rPr>
              <a:t> </a:t>
            </a:r>
            <a:r>
              <a:rPr lang="ko-KR" altLang="en-US" sz="1500" dirty="0">
                <a:solidFill>
                  <a:srgbClr val="444444"/>
                </a:solidFill>
                <a:latin typeface="Pretendard" pitchFamily="34" charset="0"/>
                <a:ea typeface="Pretendard" pitchFamily="34" charset="-122"/>
                <a:cs typeface="Pretendard" pitchFamily="34" charset="-120"/>
              </a:rPr>
              <a:t>모델에 대한 값으로 </a:t>
            </a:r>
            <a:r>
              <a:rPr lang="en-US" sz="1500" dirty="0" err="1">
                <a:solidFill>
                  <a:srgbClr val="444444"/>
                </a:solidFill>
                <a:latin typeface="Pretendard" pitchFamily="34" charset="0"/>
                <a:ea typeface="Pretendard" pitchFamily="34" charset="-122"/>
                <a:cs typeface="Pretendard" pitchFamily="34" charset="-120"/>
              </a:rPr>
              <a:t>으로</a:t>
            </a:r>
            <a:r>
              <a:rPr lang="en-US" sz="1500" dirty="0">
                <a:solidFill>
                  <a:srgbClr val="444444"/>
                </a:solidFill>
                <a:latin typeface="Pretendard" pitchFamily="34" charset="0"/>
                <a:ea typeface="Pretendard" pitchFamily="34" charset="-122"/>
                <a:cs typeface="Pretendard" pitchFamily="34" charset="-120"/>
              </a:rPr>
              <a:t> </a:t>
            </a:r>
            <a:r>
              <a:rPr lang="en-US" sz="1500" dirty="0" err="1">
                <a:solidFill>
                  <a:srgbClr val="444444"/>
                </a:solidFill>
                <a:latin typeface="Pretendard" pitchFamily="34" charset="0"/>
                <a:ea typeface="Pretendard" pitchFamily="34" charset="-122"/>
                <a:cs typeface="Pretendard" pitchFamily="34" charset="-120"/>
              </a:rPr>
              <a:t>바꾼</a:t>
            </a:r>
            <a:r>
              <a:rPr lang="en-US" sz="1500" dirty="0">
                <a:solidFill>
                  <a:srgbClr val="444444"/>
                </a:solidFill>
                <a:latin typeface="Pretendard" pitchFamily="34" charset="0"/>
                <a:ea typeface="Pretendard" pitchFamily="34" charset="-122"/>
                <a:cs typeface="Pretendard" pitchFamily="34" charset="-120"/>
              </a:rPr>
              <a:t> 뒤</a:t>
            </a:r>
            <a:br>
              <a:rPr lang="en-US" sz="1500" dirty="0">
                <a:solidFill>
                  <a:srgbClr val="444444"/>
                </a:solidFill>
                <a:latin typeface="Pretendard" pitchFamily="34" charset="0"/>
                <a:ea typeface="Pretendard" pitchFamily="34" charset="-122"/>
                <a:cs typeface="Pretendard" pitchFamily="34" charset="-120"/>
              </a:rPr>
            </a:br>
            <a:r>
              <a:rPr lang="en-US" sz="1500" dirty="0" err="1">
                <a:solidFill>
                  <a:srgbClr val="444444"/>
                </a:solidFill>
                <a:latin typeface="Pretendard" pitchFamily="34" charset="0"/>
                <a:ea typeface="Pretendard" pitchFamily="34" charset="-122"/>
                <a:cs typeface="Pretendard" pitchFamily="34" charset="-120"/>
              </a:rPr>
              <a:t>소지</a:t>
            </a:r>
            <a:r>
              <a:rPr lang="en-US" sz="1500" dirty="0">
                <a:solidFill>
                  <a:srgbClr val="444444"/>
                </a:solidFill>
                <a:latin typeface="Pretendard" pitchFamily="34" charset="0"/>
                <a:ea typeface="Pretendard" pitchFamily="34" charset="-122"/>
                <a:cs typeface="Pretendard" pitchFamily="34" charset="-120"/>
              </a:rPr>
              <a:t>(5번) 오차가 35% → 57% 로 </a:t>
            </a:r>
            <a:r>
              <a:rPr lang="ko-KR" altLang="en-US" sz="1500" dirty="0">
                <a:solidFill>
                  <a:srgbClr val="444444"/>
                </a:solidFill>
                <a:latin typeface="Pretendard" pitchFamily="34" charset="0"/>
                <a:ea typeface="Pretendard" pitchFamily="34" charset="-122"/>
                <a:cs typeface="Pretendard" pitchFamily="34" charset="-120"/>
              </a:rPr>
              <a:t>증가</a:t>
            </a:r>
            <a:r>
              <a:rPr lang="en-US" altLang="ko-KR" sz="1500" dirty="0">
                <a:solidFill>
                  <a:srgbClr val="444444"/>
                </a:solidFill>
                <a:latin typeface="Pretendard" pitchFamily="34" charset="0"/>
                <a:ea typeface="Pretendard" pitchFamily="34" charset="-122"/>
                <a:cs typeface="Pretendard" pitchFamily="34" charset="-120"/>
              </a:rPr>
              <a:t>(</a:t>
            </a:r>
            <a:r>
              <a:rPr lang="ko-KR" altLang="en-US" sz="1500" dirty="0">
                <a:solidFill>
                  <a:srgbClr val="444444"/>
                </a:solidFill>
                <a:latin typeface="Pretendard" pitchFamily="34" charset="0"/>
                <a:ea typeface="Pretendard" pitchFamily="34" charset="-122"/>
                <a:cs typeface="Pretendard" pitchFamily="34" charset="-120"/>
              </a:rPr>
              <a:t>개선 필요</a:t>
            </a:r>
            <a:r>
              <a:rPr lang="en-US" altLang="ko-KR" sz="1500" dirty="0">
                <a:solidFill>
                  <a:srgbClr val="444444"/>
                </a:solidFill>
                <a:latin typeface="Pretendard" pitchFamily="34" charset="0"/>
                <a:ea typeface="Pretendard" pitchFamily="34" charset="-122"/>
                <a:cs typeface="Pretendard" pitchFamily="34" charset="-120"/>
              </a:rPr>
              <a:t>)</a:t>
            </a:r>
            <a:endParaRPr lang="en-US" sz="1500" dirty="0"/>
          </a:p>
          <a:p>
            <a:pPr marL="228600" indent="-228600" algn="l">
              <a:lnSpc>
                <a:spcPct val="135000"/>
              </a:lnSpc>
              <a:spcAft>
                <a:spcPts val="1100"/>
              </a:spcAft>
              <a:buSzPct val="100000"/>
              <a:buChar char="•"/>
            </a:pPr>
            <a:r>
              <a:rPr lang="en-US" sz="1500" dirty="0">
                <a:solidFill>
                  <a:srgbClr val="444444"/>
                </a:solidFill>
                <a:latin typeface="Pretendard" pitchFamily="34" charset="0"/>
                <a:ea typeface="Pretendard" pitchFamily="34" charset="-122"/>
                <a:cs typeface="Pretendard" pitchFamily="34" charset="-120"/>
              </a:rPr>
              <a:t>한 프레임에 관절 각도가 40~120° </a:t>
            </a:r>
            <a:r>
              <a:rPr lang="ko-KR" altLang="en-US" sz="1500" dirty="0">
                <a:solidFill>
                  <a:srgbClr val="444444"/>
                </a:solidFill>
                <a:latin typeface="Pretendard" pitchFamily="34" charset="0"/>
                <a:ea typeface="Pretendard" pitchFamily="34" charset="-122"/>
                <a:cs typeface="Pretendard" pitchFamily="34" charset="-120"/>
              </a:rPr>
              <a:t>로 급격히 꺾이는 현상</a:t>
            </a:r>
            <a:endParaRPr lang="en-US" altLang="ko-KR" sz="1500" dirty="0">
              <a:solidFill>
                <a:srgbClr val="444444"/>
              </a:solidFill>
              <a:latin typeface="Pretendard" pitchFamily="34" charset="0"/>
              <a:ea typeface="Pretendard" pitchFamily="34" charset="-122"/>
              <a:cs typeface="Pretendard" pitchFamily="34" charset="-120"/>
            </a:endParaRPr>
          </a:p>
          <a:p>
            <a:pPr marL="228600" indent="-228600" algn="l">
              <a:lnSpc>
                <a:spcPct val="135000"/>
              </a:lnSpc>
              <a:spcAft>
                <a:spcPts val="1100"/>
              </a:spcAft>
              <a:buSzPct val="100000"/>
              <a:buChar char="•"/>
            </a:pPr>
            <a:r>
              <a:rPr lang="en-US" sz="1500" dirty="0" err="1">
                <a:solidFill>
                  <a:srgbClr val="444444"/>
                </a:solidFill>
                <a:latin typeface="Pretendard" pitchFamily="34" charset="0"/>
                <a:ea typeface="Pretendard" pitchFamily="34" charset="-122"/>
                <a:cs typeface="Pretendard" pitchFamily="34" charset="-120"/>
              </a:rPr>
              <a:t>프레임</a:t>
            </a:r>
            <a:r>
              <a:rPr lang="en-US" sz="1500" dirty="0">
                <a:solidFill>
                  <a:srgbClr val="444444"/>
                </a:solidFill>
                <a:latin typeface="Pretendard" pitchFamily="34" charset="0"/>
                <a:ea typeface="Pretendard" pitchFamily="34" charset="-122"/>
                <a:cs typeface="Pretendard" pitchFamily="34" charset="-120"/>
              </a:rPr>
              <a:t> 0에서 중간 마디가 84~97° 굽은 채 </a:t>
            </a:r>
            <a:r>
              <a:rPr lang="en-US" sz="1500" dirty="0" err="1">
                <a:solidFill>
                  <a:srgbClr val="444444"/>
                </a:solidFill>
                <a:latin typeface="Pretendard" pitchFamily="34" charset="0"/>
                <a:ea typeface="Pretendard" pitchFamily="34" charset="-122"/>
                <a:cs typeface="Pretendard" pitchFamily="34" charset="-120"/>
              </a:rPr>
              <a:t>시작</a:t>
            </a:r>
            <a:r>
              <a:rPr lang="ko-KR" altLang="en-US" sz="1500" dirty="0">
                <a:solidFill>
                  <a:srgbClr val="444444"/>
                </a:solidFill>
                <a:latin typeface="Pretendard" pitchFamily="34" charset="0"/>
                <a:ea typeface="Pretendard" pitchFamily="34" charset="-122"/>
                <a:cs typeface="Pretendard" pitchFamily="34" charset="-120"/>
              </a:rPr>
              <a:t>해서 자연스럽도록 애니메이션에 수정 필요</a:t>
            </a:r>
            <a:endParaRPr lang="en-US" sz="1500" dirty="0"/>
          </a:p>
        </p:txBody>
      </p:sp>
      <p:sp>
        <p:nvSpPr>
          <p:cNvPr id="13" name="fr_275"/>
          <p:cNvSpPr/>
          <p:nvPr/>
        </p:nvSpPr>
        <p:spPr>
          <a:xfrm>
            <a:off x="3639466" y="5486400"/>
            <a:ext cx="9775433" cy="3813547"/>
          </a:xfrm>
          <a:prstGeom prst="rect">
            <a:avLst/>
          </a:prstGeom>
          <a:solidFill>
            <a:srgbClr val="E4DFD8"/>
          </a:solidFill>
          <a:ln/>
        </p:spPr>
        <p:txBody>
          <a:bodyPr/>
          <a:lstStyle/>
          <a:p>
            <a:endParaRPr lang="ko-KR" altLang="en-US"/>
          </a:p>
        </p:txBody>
      </p:sp>
      <p:pic>
        <p:nvPicPr>
          <p:cNvPr id="14" name="img_276" descr="C:\Users\JEONG_N_G_PC\AppData\Local\Temp\claude\D--Git-PianoHandSimulator\6f3d9562-c739-4e48-96d6-5ec586ac821c\scratchpad\img/lt_ik_ue5.png"/>
          <p:cNvPicPr>
            <a:picLocks noChangeAspect="1"/>
          </p:cNvPicPr>
          <p:nvPr/>
        </p:nvPicPr>
        <p:blipFill>
          <a:blip r:embed="rId3"/>
          <a:srcRect/>
          <a:stretch/>
        </p:blipFill>
        <p:spPr>
          <a:xfrm>
            <a:off x="3685186" y="5143500"/>
            <a:ext cx="10003227" cy="4055493"/>
          </a:xfrm>
          <a:prstGeom prst="rect">
            <a:avLst/>
          </a:prstGeom>
        </p:spPr>
      </p:pic>
      <p:sp>
        <p:nvSpPr>
          <p:cNvPr id="15" name="t_277"/>
          <p:cNvSpPr txBox="1"/>
          <p:nvPr/>
        </p:nvSpPr>
        <p:spPr>
          <a:xfrm>
            <a:off x="3780729" y="9481829"/>
            <a:ext cx="9634170" cy="498695"/>
          </a:xfrm>
          <a:prstGeom prst="rect">
            <a:avLst/>
          </a:prstGeom>
          <a:noFill/>
          <a:ln/>
        </p:spPr>
        <p:txBody>
          <a:bodyPr wrap="square" lIns="0" tIns="0" rIns="0" bIns="0" rtlCol="0" anchor="t"/>
          <a:lstStyle/>
          <a:p>
            <a:pPr marL="0" indent="0" algn="ctr">
              <a:lnSpc>
                <a:spcPct val="125000"/>
              </a:lnSpc>
              <a:buNone/>
            </a:pPr>
            <a:r>
              <a:rPr lang="en-US" sz="1200" dirty="0">
                <a:solidFill>
                  <a:srgbClr val="444444"/>
                </a:solidFill>
                <a:latin typeface="Pretendard" pitchFamily="34" charset="0"/>
                <a:ea typeface="Pretendard" pitchFamily="34" charset="-122"/>
                <a:cs typeface="Pretendard" pitchFamily="34" charset="-120"/>
              </a:rPr>
              <a:t>A_IK_DebClai — UE5 AnimSequence (7,447프레임)</a:t>
            </a:r>
            <a:endParaRPr lang="en-US" sz="1200" dirty="0"/>
          </a:p>
        </p:txBody>
      </p:sp>
      <p:sp>
        <p:nvSpPr>
          <p:cNvPr id="25" name="Slide Number Placeholder 0"/>
          <p:cNvSpPr>
            <a:spLocks noGrp="1"/>
          </p:cNvSpPr>
          <p:nvPr>
            <p:ph type="sldNum" sz="quarter" idx="4294967295"/>
          </p:nvPr>
        </p:nvSpPr>
        <p:spPr>
          <a:xfrm>
            <a:off x="9317890" y="9390888"/>
            <a:ext cx="932339" cy="498695"/>
          </a:xfrm>
          <a:prstGeom prst="rect">
            <a:avLst/>
          </a:prstGeom>
          <a:extLst>
            <a:ext uri="{C572A759-6A51-4108-AA02-DFA0A04FC94B}">
              <ma14:wrappingTextBoxFlag xmlns:ma14="http://schemas.microsoft.com/office/mac/drawingml/2011/main" xmlns="" val="0"/>
            </a:ext>
          </a:extLst>
        </p:spPr>
        <p:txBody>
          <a:bodyPr/>
          <a:lstStyle>
            <a:lvl1pPr>
              <a:defRPr sz="1200">
                <a:solidFill>
                  <a:srgbClr val="CDC5B9"/>
                </a:solidFill>
              </a:defRPr>
            </a:lvl1pPr>
          </a:lstStyle>
          <a:p>
            <a:pPr algn="r"/>
            <a:fld id="{F7021451-1387-4CA6-816F-3879F97B5CBC}" type="slidenum">
              <a:rPr lang="en-US" b="0"/>
              <a:t>14</a:t>
            </a:fld>
            <a:endParaRPr lang="en-US"/>
          </a:p>
        </p:txBody>
      </p:sp>
      <p:sp>
        <p:nvSpPr>
          <p:cNvPr id="11" name="t_461">
            <a:extLst>
              <a:ext uri="{FF2B5EF4-FFF2-40B4-BE49-F238E27FC236}">
                <a16:creationId xmlns:a16="http://schemas.microsoft.com/office/drawing/2014/main" id="{C6D5D82B-9A4B-BC57-175F-E67FA95833F0}"/>
              </a:ext>
            </a:extLst>
          </p:cNvPr>
          <p:cNvSpPr txBox="1"/>
          <p:nvPr/>
        </p:nvSpPr>
        <p:spPr>
          <a:xfrm>
            <a:off x="7132320" y="4658868"/>
            <a:ext cx="4023360" cy="96926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50" b="1" dirty="0">
                <a:solidFill>
                  <a:srgbClr val="466456"/>
                </a:solidFill>
                <a:latin typeface="Pretendard" pitchFamily="34" charset="0"/>
                <a:ea typeface="Pretendard" pitchFamily="34" charset="-122"/>
                <a:cs typeface="Pretendard" pitchFamily="34" charset="-120"/>
              </a:rPr>
              <a:t>부위별 바인딩</a:t>
            </a:r>
            <a:endParaRPr lang="en-US" sz="1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9F85F-92A6-1E1A-967D-9252B370C93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4913543-8D08-6546-FA41-475566690A3C}"/>
              </a:ext>
            </a:extLst>
          </p:cNvPr>
          <p:cNvSpPr txBox="1">
            <a:spLocks noGrp="1"/>
          </p:cNvSpPr>
          <p:nvPr>
            <p:ph type="body" idx="100" hasCustomPrompt="1"/>
          </p:nvPr>
        </p:nvSpPr>
        <p:spPr>
          <a:xfrm>
            <a:off x="950976" y="749808"/>
            <a:ext cx="9144000" cy="384048"/>
          </a:xfrm>
          <a:prstGeom prst="rect">
            <a:avLst/>
          </a:prstGeom>
          <a:noFill/>
          <a:ln/>
        </p:spPr>
        <p:txBody>
          <a:bodyPr wrap="square" lIns="0" tIns="0" rIns="0" bIns="0" rtlCol="0" anchor="ctr"/>
          <a:lstStyle/>
          <a:p>
            <a:pPr marL="0" indent="0" algn="l">
              <a:buNone/>
            </a:pPr>
            <a:r>
              <a:rPr lang="en-US" sz="1800" kern="0" spc="60" dirty="0">
                <a:solidFill>
                  <a:srgbClr val="BACCC3"/>
                </a:solidFill>
                <a:latin typeface="Pretendard" pitchFamily="34" charset="0"/>
                <a:ea typeface="Pretendard" pitchFamily="34" charset="-122"/>
                <a:cs typeface="Pretendard" pitchFamily="34" charset="-120"/>
              </a:rPr>
              <a:t>Chapter 3.</a:t>
            </a:r>
            <a:endParaRPr lang="en-US" sz="1800" dirty="0"/>
          </a:p>
        </p:txBody>
      </p:sp>
      <p:sp>
        <p:nvSpPr>
          <p:cNvPr id="3" name="Text 0">
            <a:extLst>
              <a:ext uri="{FF2B5EF4-FFF2-40B4-BE49-F238E27FC236}">
                <a16:creationId xmlns:a16="http://schemas.microsoft.com/office/drawing/2014/main" id="{8B981A7A-9DCD-670D-2539-410CD039B6CC}"/>
              </a:ext>
            </a:extLst>
          </p:cNvPr>
          <p:cNvSpPr txBox="1">
            <a:spLocks noGrp="1"/>
          </p:cNvSpPr>
          <p:nvPr>
            <p:ph type="title" idx="101" hasCustomPrompt="1"/>
          </p:nvPr>
        </p:nvSpPr>
        <p:spPr>
          <a:xfrm>
            <a:off x="950976" y="1152144"/>
            <a:ext cx="12435840" cy="713232"/>
          </a:xfrm>
          <a:prstGeom prst="rect">
            <a:avLst/>
          </a:prstGeom>
          <a:noFill/>
          <a:ln/>
        </p:spPr>
        <p:txBody>
          <a:bodyPr wrap="square" lIns="0" tIns="0" rIns="0" bIns="0" rtlCol="0" anchor="ctr"/>
          <a:lstStyle/>
          <a:p>
            <a:pPr marL="0" indent="0" algn="l">
              <a:buNone/>
            </a:pPr>
            <a:r>
              <a:rPr lang="en-US" sz="3800" b="1" dirty="0" err="1">
                <a:solidFill>
                  <a:srgbClr val="6A7E74"/>
                </a:solidFill>
                <a:latin typeface="Pretendard" pitchFamily="34" charset="0"/>
                <a:ea typeface="Pretendard" pitchFamily="34" charset="-122"/>
                <a:cs typeface="Pretendard" pitchFamily="34" charset="-120"/>
              </a:rPr>
              <a:t>결과와</a:t>
            </a:r>
            <a:r>
              <a:rPr lang="ko-KR" altLang="en-US" dirty="0"/>
              <a:t> 현재 문제점</a:t>
            </a:r>
            <a:endParaRPr lang="en-US" sz="3800" dirty="0"/>
          </a:p>
        </p:txBody>
      </p:sp>
      <p:sp>
        <p:nvSpPr>
          <p:cNvPr id="4" name="vb_266">
            <a:extLst>
              <a:ext uri="{FF2B5EF4-FFF2-40B4-BE49-F238E27FC236}">
                <a16:creationId xmlns:a16="http://schemas.microsoft.com/office/drawing/2014/main" id="{F8E33748-FA0D-F567-277A-F8B656D1A8D7}"/>
              </a:ext>
            </a:extLst>
          </p:cNvPr>
          <p:cNvSpPr/>
          <p:nvPr/>
        </p:nvSpPr>
        <p:spPr>
          <a:xfrm>
            <a:off x="950976" y="2651760"/>
            <a:ext cx="68580" cy="347472"/>
          </a:xfrm>
          <a:prstGeom prst="rect">
            <a:avLst/>
          </a:prstGeom>
          <a:solidFill>
            <a:srgbClr val="6A7E74"/>
          </a:solidFill>
          <a:ln/>
        </p:spPr>
        <p:txBody>
          <a:bodyPr/>
          <a:lstStyle/>
          <a:p>
            <a:endParaRPr lang="ko-KR" altLang="en-US"/>
          </a:p>
        </p:txBody>
      </p:sp>
      <p:sp>
        <p:nvSpPr>
          <p:cNvPr id="5" name="t_267">
            <a:extLst>
              <a:ext uri="{FF2B5EF4-FFF2-40B4-BE49-F238E27FC236}">
                <a16:creationId xmlns:a16="http://schemas.microsoft.com/office/drawing/2014/main" id="{75640159-FFC8-930B-CF2D-479B3195BCA9}"/>
              </a:ext>
            </a:extLst>
          </p:cNvPr>
          <p:cNvSpPr txBox="1"/>
          <p:nvPr/>
        </p:nvSpPr>
        <p:spPr>
          <a:xfrm>
            <a:off x="1152144" y="2615184"/>
            <a:ext cx="7735824" cy="420624"/>
          </a:xfrm>
          <a:prstGeom prst="rect">
            <a:avLst/>
          </a:prstGeom>
          <a:noFill/>
          <a:ln/>
        </p:spPr>
        <p:txBody>
          <a:bodyPr wrap="square" lIns="0" tIns="0" rIns="0" bIns="0" rtlCol="0" anchor="ctr"/>
          <a:lstStyle/>
          <a:p>
            <a:pPr marL="0" indent="0">
              <a:buNone/>
            </a:pPr>
            <a:r>
              <a:rPr lang="en-US" sz="2000" b="1" dirty="0">
                <a:solidFill>
                  <a:srgbClr val="222222"/>
                </a:solidFill>
                <a:latin typeface="Pretendard" pitchFamily="34" charset="0"/>
                <a:ea typeface="Pretendard" pitchFamily="34" charset="-122"/>
                <a:cs typeface="Pretendard" pitchFamily="34" charset="-120"/>
              </a:rPr>
              <a:t>확보한 것</a:t>
            </a:r>
            <a:endParaRPr lang="en-US" sz="2000" dirty="0"/>
          </a:p>
        </p:txBody>
      </p:sp>
      <p:sp>
        <p:nvSpPr>
          <p:cNvPr id="6" name="t_268">
            <a:extLst>
              <a:ext uri="{FF2B5EF4-FFF2-40B4-BE49-F238E27FC236}">
                <a16:creationId xmlns:a16="http://schemas.microsoft.com/office/drawing/2014/main" id="{A0CE18F7-E32A-AAF9-1139-E46346CD87DD}"/>
              </a:ext>
            </a:extLst>
          </p:cNvPr>
          <p:cNvSpPr txBox="1"/>
          <p:nvPr/>
        </p:nvSpPr>
        <p:spPr>
          <a:xfrm>
            <a:off x="1170432" y="3291840"/>
            <a:ext cx="7516368" cy="2194560"/>
          </a:xfrm>
          <a:prstGeom prst="rect">
            <a:avLst/>
          </a:prstGeom>
          <a:noFill/>
          <a:ln/>
        </p:spPr>
        <p:txBody>
          <a:bodyPr wrap="square" lIns="0" tIns="0" rIns="0" bIns="0" rtlCol="0" anchor="t"/>
          <a:lstStyle/>
          <a:p>
            <a:pPr marL="228600" indent="-228600" algn="l">
              <a:lnSpc>
                <a:spcPct val="135000"/>
              </a:lnSpc>
              <a:spcAft>
                <a:spcPts val="1100"/>
              </a:spcAft>
              <a:buSzPct val="100000"/>
              <a:buChar char="•"/>
            </a:pPr>
            <a:r>
              <a:rPr lang="en-US" dirty="0">
                <a:solidFill>
                  <a:srgbClr val="444444"/>
                </a:solidFill>
                <a:latin typeface="Pretendard" pitchFamily="34" charset="0"/>
                <a:ea typeface="Pretendard" pitchFamily="34" charset="-122"/>
                <a:cs typeface="Pretendard" pitchFamily="34" charset="-120"/>
              </a:rPr>
              <a:t>양손 10손가락이 </a:t>
            </a:r>
            <a:r>
              <a:rPr lang="en-US" dirty="0" err="1">
                <a:solidFill>
                  <a:srgbClr val="444444"/>
                </a:solidFill>
                <a:latin typeface="Pretendard" pitchFamily="34" charset="0"/>
                <a:ea typeface="Pretendard" pitchFamily="34" charset="-122"/>
                <a:cs typeface="Pretendard" pitchFamily="34" charset="-120"/>
              </a:rPr>
              <a:t>실제</a:t>
            </a:r>
            <a:r>
              <a:rPr lang="en-US" dirty="0">
                <a:solidFill>
                  <a:srgbClr val="444444"/>
                </a:solidFill>
                <a:latin typeface="Pretendard" pitchFamily="34" charset="0"/>
                <a:ea typeface="Pretendard" pitchFamily="34" charset="-122"/>
                <a:cs typeface="Pretendard" pitchFamily="34" charset="-120"/>
              </a:rPr>
              <a:t> </a:t>
            </a:r>
            <a:r>
              <a:rPr lang="en-US" dirty="0" err="1">
                <a:solidFill>
                  <a:srgbClr val="444444"/>
                </a:solidFill>
                <a:latin typeface="Pretendard" pitchFamily="34" charset="0"/>
                <a:ea typeface="Pretendard" pitchFamily="34" charset="-122"/>
                <a:cs typeface="Pretendard" pitchFamily="34" charset="-120"/>
              </a:rPr>
              <a:t>비율</a:t>
            </a:r>
            <a:r>
              <a:rPr lang="ko-KR" altLang="en-US" dirty="0">
                <a:solidFill>
                  <a:srgbClr val="444444"/>
                </a:solidFill>
                <a:latin typeface="Pretendard" pitchFamily="34" charset="0"/>
                <a:ea typeface="Pretendard" pitchFamily="34" charset="-122"/>
                <a:cs typeface="Pretendard" pitchFamily="34" charset="-120"/>
              </a:rPr>
              <a:t>대로 건반을 치는 애니메이션 완성</a:t>
            </a:r>
            <a:endParaRPr lang="en-US" dirty="0"/>
          </a:p>
          <a:p>
            <a:pPr marL="228600" indent="-228600" algn="l">
              <a:lnSpc>
                <a:spcPct val="135000"/>
              </a:lnSpc>
              <a:spcAft>
                <a:spcPts val="1100"/>
              </a:spcAft>
              <a:buSzPct val="100000"/>
              <a:buChar char="•"/>
            </a:pPr>
            <a:r>
              <a:rPr lang="en-US" dirty="0">
                <a:solidFill>
                  <a:srgbClr val="444444"/>
                </a:solidFill>
                <a:latin typeface="Pretendard" pitchFamily="34" charset="0"/>
                <a:ea typeface="Pretendard" pitchFamily="34" charset="-122"/>
                <a:cs typeface="Pretendard" pitchFamily="34" charset="-120"/>
              </a:rPr>
              <a:t>관절 각도를 </a:t>
            </a:r>
            <a:r>
              <a:rPr lang="en-US" dirty="0" err="1">
                <a:solidFill>
                  <a:srgbClr val="444444"/>
                </a:solidFill>
                <a:latin typeface="Pretendard" pitchFamily="34" charset="0"/>
                <a:ea typeface="Pretendard" pitchFamily="34" charset="-122"/>
                <a:cs typeface="Pretendard" pitchFamily="34" charset="-120"/>
              </a:rPr>
              <a:t>CSV로</a:t>
            </a:r>
            <a:r>
              <a:rPr lang="en-US" dirty="0">
                <a:solidFill>
                  <a:srgbClr val="444444"/>
                </a:solidFill>
                <a:latin typeface="Pretendard" pitchFamily="34" charset="0"/>
                <a:ea typeface="Pretendard" pitchFamily="34" charset="-122"/>
                <a:cs typeface="Pretendard" pitchFamily="34" charset="-120"/>
              </a:rPr>
              <a:t> </a:t>
            </a:r>
            <a:r>
              <a:rPr lang="en-US" dirty="0" err="1">
                <a:solidFill>
                  <a:srgbClr val="444444"/>
                </a:solidFill>
                <a:latin typeface="Pretendard" pitchFamily="34" charset="0"/>
                <a:ea typeface="Pretendard" pitchFamily="34" charset="-122"/>
                <a:cs typeface="Pretendard" pitchFamily="34" charset="-120"/>
              </a:rPr>
              <a:t>내보내</a:t>
            </a:r>
            <a:r>
              <a:rPr lang="en-US" dirty="0">
                <a:solidFill>
                  <a:srgbClr val="444444"/>
                </a:solidFill>
                <a:latin typeface="Pretendard" pitchFamily="34" charset="0"/>
                <a:ea typeface="Pretendard" pitchFamily="34" charset="-122"/>
                <a:cs typeface="Pretendard" pitchFamily="34" charset="-120"/>
              </a:rPr>
              <a:t> UE5 AnimSequence </a:t>
            </a:r>
            <a:r>
              <a:rPr lang="en-US" dirty="0" err="1">
                <a:solidFill>
                  <a:srgbClr val="444444"/>
                </a:solidFill>
                <a:latin typeface="Pretendard" pitchFamily="34" charset="0"/>
                <a:ea typeface="Pretendard" pitchFamily="34" charset="-122"/>
                <a:cs typeface="Pretendard" pitchFamily="34" charset="-120"/>
              </a:rPr>
              <a:t>임포트까지</a:t>
            </a:r>
            <a:r>
              <a:rPr lang="en-US" dirty="0">
                <a:solidFill>
                  <a:srgbClr val="444444"/>
                </a:solidFill>
                <a:latin typeface="Pretendard" pitchFamily="34" charset="0"/>
                <a:ea typeface="Pretendard" pitchFamily="34" charset="-122"/>
                <a:cs typeface="Pretendard" pitchFamily="34" charset="-120"/>
              </a:rPr>
              <a:t> </a:t>
            </a:r>
            <a:r>
              <a:rPr lang="en-US" dirty="0" err="1">
                <a:solidFill>
                  <a:srgbClr val="444444"/>
                </a:solidFill>
                <a:latin typeface="Pretendard" pitchFamily="34" charset="0"/>
                <a:ea typeface="Pretendard" pitchFamily="34" charset="-122"/>
                <a:cs typeface="Pretendard" pitchFamily="34" charset="-120"/>
              </a:rPr>
              <a:t>연결</a:t>
            </a:r>
            <a:r>
              <a:rPr lang="ko-KR" altLang="en-US" dirty="0">
                <a:solidFill>
                  <a:srgbClr val="444444"/>
                </a:solidFill>
                <a:latin typeface="Pretendard" pitchFamily="34" charset="0"/>
                <a:ea typeface="Pretendard" pitchFamily="34" charset="-122"/>
                <a:cs typeface="Pretendard" pitchFamily="34" charset="-120"/>
              </a:rPr>
              <a:t> 완료</a:t>
            </a:r>
            <a:endParaRPr lang="en-US" dirty="0"/>
          </a:p>
        </p:txBody>
      </p:sp>
      <p:sp>
        <p:nvSpPr>
          <p:cNvPr id="7" name="vb_269">
            <a:extLst>
              <a:ext uri="{FF2B5EF4-FFF2-40B4-BE49-F238E27FC236}">
                <a16:creationId xmlns:a16="http://schemas.microsoft.com/office/drawing/2014/main" id="{F3DBA310-EC62-C283-A0C1-643B317AF048}"/>
              </a:ext>
            </a:extLst>
          </p:cNvPr>
          <p:cNvSpPr/>
          <p:nvPr/>
        </p:nvSpPr>
        <p:spPr>
          <a:xfrm>
            <a:off x="9601200" y="2651760"/>
            <a:ext cx="68580" cy="347472"/>
          </a:xfrm>
          <a:prstGeom prst="rect">
            <a:avLst/>
          </a:prstGeom>
          <a:solidFill>
            <a:srgbClr val="A8584F"/>
          </a:solidFill>
          <a:ln/>
        </p:spPr>
        <p:txBody>
          <a:bodyPr/>
          <a:lstStyle/>
          <a:p>
            <a:endParaRPr lang="ko-KR" altLang="en-US"/>
          </a:p>
        </p:txBody>
      </p:sp>
      <p:sp>
        <p:nvSpPr>
          <p:cNvPr id="8" name="t_270">
            <a:extLst>
              <a:ext uri="{FF2B5EF4-FFF2-40B4-BE49-F238E27FC236}">
                <a16:creationId xmlns:a16="http://schemas.microsoft.com/office/drawing/2014/main" id="{5C0D0792-DD63-8689-6177-2B476BCFAC51}"/>
              </a:ext>
            </a:extLst>
          </p:cNvPr>
          <p:cNvSpPr txBox="1"/>
          <p:nvPr/>
        </p:nvSpPr>
        <p:spPr>
          <a:xfrm>
            <a:off x="9802368" y="2615184"/>
            <a:ext cx="7735824" cy="420624"/>
          </a:xfrm>
          <a:prstGeom prst="rect">
            <a:avLst/>
          </a:prstGeom>
          <a:noFill/>
          <a:ln/>
        </p:spPr>
        <p:txBody>
          <a:bodyPr wrap="square" lIns="0" tIns="0" rIns="0" bIns="0" rtlCol="0" anchor="ctr"/>
          <a:lstStyle/>
          <a:p>
            <a:pPr marL="0" indent="0">
              <a:buNone/>
            </a:pPr>
            <a:r>
              <a:rPr lang="ko-KR" altLang="en-US" sz="2000" b="1" dirty="0">
                <a:solidFill>
                  <a:srgbClr val="222222"/>
                </a:solidFill>
                <a:latin typeface="Pretendard" pitchFamily="34" charset="0"/>
                <a:ea typeface="Pretendard" pitchFamily="34" charset="-122"/>
                <a:cs typeface="Pretendard" pitchFamily="34" charset="-120"/>
              </a:rPr>
              <a:t>현재 문제점</a:t>
            </a:r>
            <a:endParaRPr lang="en-US" sz="2000" dirty="0"/>
          </a:p>
        </p:txBody>
      </p:sp>
      <p:sp>
        <p:nvSpPr>
          <p:cNvPr id="9" name="t_271">
            <a:extLst>
              <a:ext uri="{FF2B5EF4-FFF2-40B4-BE49-F238E27FC236}">
                <a16:creationId xmlns:a16="http://schemas.microsoft.com/office/drawing/2014/main" id="{6BE96CA0-AC61-6EE1-28E2-DCA5A943418E}"/>
              </a:ext>
            </a:extLst>
          </p:cNvPr>
          <p:cNvSpPr txBox="1"/>
          <p:nvPr/>
        </p:nvSpPr>
        <p:spPr>
          <a:xfrm>
            <a:off x="9820656" y="3291840"/>
            <a:ext cx="7516368" cy="2194560"/>
          </a:xfrm>
          <a:prstGeom prst="rect">
            <a:avLst/>
          </a:prstGeom>
          <a:noFill/>
          <a:ln/>
        </p:spPr>
        <p:txBody>
          <a:bodyPr wrap="square" lIns="0" tIns="0" rIns="0" bIns="0" rtlCol="0" anchor="t"/>
          <a:lstStyle/>
          <a:p>
            <a:pPr marL="228600" indent="-228600" algn="l">
              <a:lnSpc>
                <a:spcPct val="135000"/>
              </a:lnSpc>
              <a:spcAft>
                <a:spcPts val="1100"/>
              </a:spcAft>
              <a:buSzPct val="100000"/>
              <a:buChar char="•"/>
            </a:pPr>
            <a:r>
              <a:rPr lang="en-US" sz="1500" dirty="0">
                <a:solidFill>
                  <a:srgbClr val="444444"/>
                </a:solidFill>
                <a:latin typeface="Pretendard" pitchFamily="34" charset="0"/>
                <a:ea typeface="Pretendard" pitchFamily="34" charset="-122"/>
                <a:cs typeface="Pretendard" pitchFamily="34" charset="-120"/>
              </a:rPr>
              <a:t>마디 </a:t>
            </a:r>
            <a:r>
              <a:rPr lang="en-US" sz="1500" dirty="0" err="1">
                <a:solidFill>
                  <a:srgbClr val="444444"/>
                </a:solidFill>
                <a:latin typeface="Pretendard" pitchFamily="34" charset="0"/>
                <a:ea typeface="Pretendard" pitchFamily="34" charset="-122"/>
                <a:cs typeface="Pretendard" pitchFamily="34" charset="-120"/>
              </a:rPr>
              <a:t>길이를</a:t>
            </a:r>
            <a:r>
              <a:rPr lang="en-US" sz="1500" dirty="0">
                <a:solidFill>
                  <a:srgbClr val="444444"/>
                </a:solidFill>
                <a:latin typeface="Pretendard" pitchFamily="34" charset="0"/>
                <a:ea typeface="Pretendard" pitchFamily="34" charset="-122"/>
                <a:cs typeface="Pretendard" pitchFamily="34" charset="-120"/>
              </a:rPr>
              <a:t> </a:t>
            </a:r>
            <a:r>
              <a:rPr lang="en-US" sz="1500" dirty="0" err="1">
                <a:solidFill>
                  <a:srgbClr val="444444"/>
                </a:solidFill>
                <a:latin typeface="Pretendard" pitchFamily="34" charset="0"/>
                <a:ea typeface="Pretendard" pitchFamily="34" charset="-122"/>
                <a:cs typeface="Pretendard" pitchFamily="34" charset="-120"/>
              </a:rPr>
              <a:t>MetaHuman</a:t>
            </a:r>
            <a:r>
              <a:rPr lang="en-US" sz="1500" dirty="0">
                <a:solidFill>
                  <a:srgbClr val="444444"/>
                </a:solidFill>
                <a:latin typeface="Pretendard" pitchFamily="34" charset="0"/>
                <a:ea typeface="Pretendard" pitchFamily="34" charset="-122"/>
                <a:cs typeface="Pretendard" pitchFamily="34" charset="-120"/>
              </a:rPr>
              <a:t> </a:t>
            </a:r>
            <a:r>
              <a:rPr lang="ko-KR" altLang="en-US" sz="1500" dirty="0">
                <a:solidFill>
                  <a:srgbClr val="444444"/>
                </a:solidFill>
                <a:latin typeface="Pretendard" pitchFamily="34" charset="0"/>
                <a:ea typeface="Pretendard" pitchFamily="34" charset="-122"/>
                <a:cs typeface="Pretendard" pitchFamily="34" charset="-120"/>
              </a:rPr>
              <a:t>모델에 대한 값으로 </a:t>
            </a:r>
            <a:r>
              <a:rPr lang="en-US" sz="1500" dirty="0" err="1">
                <a:solidFill>
                  <a:srgbClr val="444444"/>
                </a:solidFill>
                <a:latin typeface="Pretendard" pitchFamily="34" charset="0"/>
                <a:ea typeface="Pretendard" pitchFamily="34" charset="-122"/>
                <a:cs typeface="Pretendard" pitchFamily="34" charset="-120"/>
              </a:rPr>
              <a:t>으로</a:t>
            </a:r>
            <a:r>
              <a:rPr lang="en-US" sz="1500" dirty="0">
                <a:solidFill>
                  <a:srgbClr val="444444"/>
                </a:solidFill>
                <a:latin typeface="Pretendard" pitchFamily="34" charset="0"/>
                <a:ea typeface="Pretendard" pitchFamily="34" charset="-122"/>
                <a:cs typeface="Pretendard" pitchFamily="34" charset="-120"/>
              </a:rPr>
              <a:t> </a:t>
            </a:r>
            <a:r>
              <a:rPr lang="en-US" sz="1500" dirty="0" err="1">
                <a:solidFill>
                  <a:srgbClr val="444444"/>
                </a:solidFill>
                <a:latin typeface="Pretendard" pitchFamily="34" charset="0"/>
                <a:ea typeface="Pretendard" pitchFamily="34" charset="-122"/>
                <a:cs typeface="Pretendard" pitchFamily="34" charset="-120"/>
              </a:rPr>
              <a:t>바꾼</a:t>
            </a:r>
            <a:r>
              <a:rPr lang="en-US" sz="1500" dirty="0">
                <a:solidFill>
                  <a:srgbClr val="444444"/>
                </a:solidFill>
                <a:latin typeface="Pretendard" pitchFamily="34" charset="0"/>
                <a:ea typeface="Pretendard" pitchFamily="34" charset="-122"/>
                <a:cs typeface="Pretendard" pitchFamily="34" charset="-120"/>
              </a:rPr>
              <a:t> 뒤</a:t>
            </a:r>
            <a:br>
              <a:rPr lang="en-US" sz="1500" dirty="0">
                <a:solidFill>
                  <a:srgbClr val="444444"/>
                </a:solidFill>
                <a:latin typeface="Pretendard" pitchFamily="34" charset="0"/>
                <a:ea typeface="Pretendard" pitchFamily="34" charset="-122"/>
                <a:cs typeface="Pretendard" pitchFamily="34" charset="-120"/>
              </a:rPr>
            </a:br>
            <a:r>
              <a:rPr lang="en-US" sz="1500" dirty="0" err="1">
                <a:solidFill>
                  <a:srgbClr val="444444"/>
                </a:solidFill>
                <a:latin typeface="Pretendard" pitchFamily="34" charset="0"/>
                <a:ea typeface="Pretendard" pitchFamily="34" charset="-122"/>
                <a:cs typeface="Pretendard" pitchFamily="34" charset="-120"/>
              </a:rPr>
              <a:t>소지</a:t>
            </a:r>
            <a:r>
              <a:rPr lang="en-US" sz="1500" dirty="0">
                <a:solidFill>
                  <a:srgbClr val="444444"/>
                </a:solidFill>
                <a:latin typeface="Pretendard" pitchFamily="34" charset="0"/>
                <a:ea typeface="Pretendard" pitchFamily="34" charset="-122"/>
                <a:cs typeface="Pretendard" pitchFamily="34" charset="-120"/>
              </a:rPr>
              <a:t>(5번) 오차가 35% → 57% 로 </a:t>
            </a:r>
            <a:r>
              <a:rPr lang="ko-KR" altLang="en-US" sz="1500" dirty="0">
                <a:solidFill>
                  <a:srgbClr val="444444"/>
                </a:solidFill>
                <a:latin typeface="Pretendard" pitchFamily="34" charset="0"/>
                <a:ea typeface="Pretendard" pitchFamily="34" charset="-122"/>
                <a:cs typeface="Pretendard" pitchFamily="34" charset="-120"/>
              </a:rPr>
              <a:t>증가</a:t>
            </a:r>
            <a:r>
              <a:rPr lang="en-US" altLang="ko-KR" sz="1500" dirty="0">
                <a:solidFill>
                  <a:srgbClr val="444444"/>
                </a:solidFill>
                <a:latin typeface="Pretendard" pitchFamily="34" charset="0"/>
                <a:ea typeface="Pretendard" pitchFamily="34" charset="-122"/>
                <a:cs typeface="Pretendard" pitchFamily="34" charset="-120"/>
              </a:rPr>
              <a:t>(</a:t>
            </a:r>
            <a:r>
              <a:rPr lang="ko-KR" altLang="en-US" sz="1500" dirty="0">
                <a:solidFill>
                  <a:srgbClr val="444444"/>
                </a:solidFill>
                <a:latin typeface="Pretendard" pitchFamily="34" charset="0"/>
                <a:ea typeface="Pretendard" pitchFamily="34" charset="-122"/>
                <a:cs typeface="Pretendard" pitchFamily="34" charset="-120"/>
              </a:rPr>
              <a:t>개선 필요</a:t>
            </a:r>
            <a:r>
              <a:rPr lang="en-US" altLang="ko-KR" sz="1500" dirty="0">
                <a:solidFill>
                  <a:srgbClr val="444444"/>
                </a:solidFill>
                <a:latin typeface="Pretendard" pitchFamily="34" charset="0"/>
                <a:ea typeface="Pretendard" pitchFamily="34" charset="-122"/>
                <a:cs typeface="Pretendard" pitchFamily="34" charset="-120"/>
              </a:rPr>
              <a:t>)</a:t>
            </a:r>
            <a:endParaRPr lang="en-US" sz="1500" dirty="0"/>
          </a:p>
          <a:p>
            <a:pPr marL="228600" indent="-228600" algn="l">
              <a:lnSpc>
                <a:spcPct val="135000"/>
              </a:lnSpc>
              <a:spcAft>
                <a:spcPts val="1100"/>
              </a:spcAft>
              <a:buSzPct val="100000"/>
              <a:buChar char="•"/>
            </a:pPr>
            <a:r>
              <a:rPr lang="en-US" sz="1500" dirty="0">
                <a:solidFill>
                  <a:srgbClr val="444444"/>
                </a:solidFill>
                <a:latin typeface="Pretendard" pitchFamily="34" charset="0"/>
                <a:ea typeface="Pretendard" pitchFamily="34" charset="-122"/>
                <a:cs typeface="Pretendard" pitchFamily="34" charset="-120"/>
              </a:rPr>
              <a:t>한 프레임에 관절 각도가 40~120° </a:t>
            </a:r>
            <a:r>
              <a:rPr lang="ko-KR" altLang="en-US" sz="1500" dirty="0">
                <a:solidFill>
                  <a:srgbClr val="444444"/>
                </a:solidFill>
                <a:latin typeface="Pretendard" pitchFamily="34" charset="0"/>
                <a:ea typeface="Pretendard" pitchFamily="34" charset="-122"/>
                <a:cs typeface="Pretendard" pitchFamily="34" charset="-120"/>
              </a:rPr>
              <a:t>로 급격히 꺾이는 현상</a:t>
            </a:r>
            <a:endParaRPr lang="en-US" altLang="ko-KR" sz="1500" dirty="0">
              <a:solidFill>
                <a:srgbClr val="444444"/>
              </a:solidFill>
              <a:latin typeface="Pretendard" pitchFamily="34" charset="0"/>
              <a:ea typeface="Pretendard" pitchFamily="34" charset="-122"/>
              <a:cs typeface="Pretendard" pitchFamily="34" charset="-120"/>
            </a:endParaRPr>
          </a:p>
          <a:p>
            <a:pPr marL="228600" indent="-228600" algn="l">
              <a:lnSpc>
                <a:spcPct val="135000"/>
              </a:lnSpc>
              <a:spcAft>
                <a:spcPts val="1100"/>
              </a:spcAft>
              <a:buSzPct val="100000"/>
              <a:buChar char="•"/>
            </a:pPr>
            <a:r>
              <a:rPr lang="en-US" sz="1500" dirty="0" err="1">
                <a:solidFill>
                  <a:srgbClr val="444444"/>
                </a:solidFill>
                <a:latin typeface="Pretendard" pitchFamily="34" charset="0"/>
                <a:ea typeface="Pretendard" pitchFamily="34" charset="-122"/>
                <a:cs typeface="Pretendard" pitchFamily="34" charset="-120"/>
              </a:rPr>
              <a:t>프레임</a:t>
            </a:r>
            <a:r>
              <a:rPr lang="en-US" sz="1500" dirty="0">
                <a:solidFill>
                  <a:srgbClr val="444444"/>
                </a:solidFill>
                <a:latin typeface="Pretendard" pitchFamily="34" charset="0"/>
                <a:ea typeface="Pretendard" pitchFamily="34" charset="-122"/>
                <a:cs typeface="Pretendard" pitchFamily="34" charset="-120"/>
              </a:rPr>
              <a:t> 0에서 중간 마디가 84~97° 굽은 채 </a:t>
            </a:r>
            <a:r>
              <a:rPr lang="en-US" sz="1500" dirty="0" err="1">
                <a:solidFill>
                  <a:srgbClr val="444444"/>
                </a:solidFill>
                <a:latin typeface="Pretendard" pitchFamily="34" charset="0"/>
                <a:ea typeface="Pretendard" pitchFamily="34" charset="-122"/>
                <a:cs typeface="Pretendard" pitchFamily="34" charset="-120"/>
              </a:rPr>
              <a:t>시작</a:t>
            </a:r>
            <a:r>
              <a:rPr lang="ko-KR" altLang="en-US" sz="1500" dirty="0">
                <a:solidFill>
                  <a:srgbClr val="444444"/>
                </a:solidFill>
                <a:latin typeface="Pretendard" pitchFamily="34" charset="0"/>
                <a:ea typeface="Pretendard" pitchFamily="34" charset="-122"/>
                <a:cs typeface="Pretendard" pitchFamily="34" charset="-120"/>
              </a:rPr>
              <a:t>해서 자연스럽도록 애니메이션에 수정 필요</a:t>
            </a:r>
            <a:endParaRPr lang="en-US" sz="1500" dirty="0"/>
          </a:p>
        </p:txBody>
      </p:sp>
      <p:sp>
        <p:nvSpPr>
          <p:cNvPr id="13" name="fr_275">
            <a:extLst>
              <a:ext uri="{FF2B5EF4-FFF2-40B4-BE49-F238E27FC236}">
                <a16:creationId xmlns:a16="http://schemas.microsoft.com/office/drawing/2014/main" id="{D1F3C8C5-81F3-B663-A478-820080E937A5}"/>
              </a:ext>
            </a:extLst>
          </p:cNvPr>
          <p:cNvSpPr/>
          <p:nvPr/>
        </p:nvSpPr>
        <p:spPr>
          <a:xfrm>
            <a:off x="3639466" y="5486400"/>
            <a:ext cx="9775433" cy="3813547"/>
          </a:xfrm>
          <a:prstGeom prst="rect">
            <a:avLst/>
          </a:prstGeom>
          <a:solidFill>
            <a:srgbClr val="E4DFD8"/>
          </a:solidFill>
          <a:ln/>
        </p:spPr>
        <p:txBody>
          <a:bodyPr/>
          <a:lstStyle/>
          <a:p>
            <a:endParaRPr lang="ko-KR" altLang="en-US"/>
          </a:p>
        </p:txBody>
      </p:sp>
      <p:pic>
        <p:nvPicPr>
          <p:cNvPr id="14" name="img_276" descr="C:\Users\JEONG_N_G_PC\AppData\Local\Temp\claude\D--Git-PianoHandSimulator\6f3d9562-c739-4e48-96d6-5ec586ac821c\scratchpad\img/lt_ik_ue5.png">
            <a:extLst>
              <a:ext uri="{FF2B5EF4-FFF2-40B4-BE49-F238E27FC236}">
                <a16:creationId xmlns:a16="http://schemas.microsoft.com/office/drawing/2014/main" id="{8F389F0B-FC9A-F573-BE91-2A3D3E282828}"/>
              </a:ext>
            </a:extLst>
          </p:cNvPr>
          <p:cNvPicPr>
            <a:picLocks noChangeAspect="1"/>
          </p:cNvPicPr>
          <p:nvPr/>
        </p:nvPicPr>
        <p:blipFill>
          <a:blip r:embed="rId3"/>
          <a:srcRect/>
          <a:stretch/>
        </p:blipFill>
        <p:spPr>
          <a:xfrm>
            <a:off x="3685186" y="5143500"/>
            <a:ext cx="10003227" cy="4055493"/>
          </a:xfrm>
          <a:prstGeom prst="rect">
            <a:avLst/>
          </a:prstGeom>
        </p:spPr>
      </p:pic>
      <p:sp>
        <p:nvSpPr>
          <p:cNvPr id="15" name="t_277">
            <a:extLst>
              <a:ext uri="{FF2B5EF4-FFF2-40B4-BE49-F238E27FC236}">
                <a16:creationId xmlns:a16="http://schemas.microsoft.com/office/drawing/2014/main" id="{BDBB6255-946C-5B78-4061-230DE23A4556}"/>
              </a:ext>
            </a:extLst>
          </p:cNvPr>
          <p:cNvSpPr txBox="1"/>
          <p:nvPr/>
        </p:nvSpPr>
        <p:spPr>
          <a:xfrm>
            <a:off x="3780729" y="9481829"/>
            <a:ext cx="9634170" cy="498695"/>
          </a:xfrm>
          <a:prstGeom prst="rect">
            <a:avLst/>
          </a:prstGeom>
          <a:noFill/>
          <a:ln/>
        </p:spPr>
        <p:txBody>
          <a:bodyPr wrap="square" lIns="0" tIns="0" rIns="0" bIns="0" rtlCol="0" anchor="t"/>
          <a:lstStyle/>
          <a:p>
            <a:pPr marL="0" indent="0" algn="ctr">
              <a:lnSpc>
                <a:spcPct val="125000"/>
              </a:lnSpc>
              <a:buNone/>
            </a:pPr>
            <a:r>
              <a:rPr lang="en-US" sz="1200" dirty="0">
                <a:solidFill>
                  <a:srgbClr val="444444"/>
                </a:solidFill>
                <a:latin typeface="Pretendard" pitchFamily="34" charset="0"/>
                <a:ea typeface="Pretendard" pitchFamily="34" charset="-122"/>
                <a:cs typeface="Pretendard" pitchFamily="34" charset="-120"/>
              </a:rPr>
              <a:t>A_IK_DebClai — UE5 AnimSequence (7,447프레임)</a:t>
            </a:r>
            <a:endParaRPr lang="en-US" sz="1200" dirty="0"/>
          </a:p>
        </p:txBody>
      </p:sp>
      <p:sp>
        <p:nvSpPr>
          <p:cNvPr id="25" name="Slide Number Placeholder 0">
            <a:extLst>
              <a:ext uri="{FF2B5EF4-FFF2-40B4-BE49-F238E27FC236}">
                <a16:creationId xmlns:a16="http://schemas.microsoft.com/office/drawing/2014/main" id="{15A58589-0705-00C7-2960-509D2287157F}"/>
              </a:ext>
            </a:extLst>
          </p:cNvPr>
          <p:cNvSpPr>
            <a:spLocks noGrp="1"/>
          </p:cNvSpPr>
          <p:nvPr>
            <p:ph type="sldNum" sz="quarter" idx="4294967295"/>
          </p:nvPr>
        </p:nvSpPr>
        <p:spPr>
          <a:xfrm>
            <a:off x="9317890" y="9390888"/>
            <a:ext cx="932339" cy="498695"/>
          </a:xfrm>
          <a:prstGeom prst="rect">
            <a:avLst/>
          </a:prstGeom>
          <a:extLst>
            <a:ext uri="{C572A759-6A51-4108-AA02-DFA0A04FC94B}">
              <ma14:wrappingTextBoxFlag xmlns:ma14="http://schemas.microsoft.com/office/mac/drawingml/2011/main" xmlns="" val="0"/>
            </a:ext>
          </a:extLst>
        </p:spPr>
        <p:txBody>
          <a:bodyPr/>
          <a:lstStyle>
            <a:lvl1pPr>
              <a:defRPr sz="1200">
                <a:solidFill>
                  <a:srgbClr val="CDC5B9"/>
                </a:solidFill>
              </a:defRPr>
            </a:lvl1pPr>
          </a:lstStyle>
          <a:p>
            <a:pPr algn="r"/>
            <a:fld id="{F7021451-1387-4CA6-816F-3879F97B5CBC}" type="slidenum">
              <a:rPr lang="en-US" b="0"/>
              <a:t>15</a:t>
            </a:fld>
            <a:endParaRPr lang="en-US"/>
          </a:p>
        </p:txBody>
      </p:sp>
      <p:sp>
        <p:nvSpPr>
          <p:cNvPr id="11" name="t_461">
            <a:extLst>
              <a:ext uri="{FF2B5EF4-FFF2-40B4-BE49-F238E27FC236}">
                <a16:creationId xmlns:a16="http://schemas.microsoft.com/office/drawing/2014/main" id="{7ED0DFC7-0397-A89E-952F-57A2B69419D0}"/>
              </a:ext>
            </a:extLst>
          </p:cNvPr>
          <p:cNvSpPr txBox="1"/>
          <p:nvPr/>
        </p:nvSpPr>
        <p:spPr>
          <a:xfrm>
            <a:off x="7132320" y="4658868"/>
            <a:ext cx="4023360" cy="96926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50" b="1" dirty="0">
                <a:solidFill>
                  <a:srgbClr val="466456"/>
                </a:solidFill>
                <a:latin typeface="Pretendard" pitchFamily="34" charset="0"/>
                <a:ea typeface="Pretendard" pitchFamily="34" charset="-122"/>
                <a:cs typeface="Pretendard" pitchFamily="34" charset="-120"/>
              </a:rPr>
              <a:t>부위별 바인딩</a:t>
            </a:r>
            <a:endParaRPr lang="en-US" sz="1650" dirty="0"/>
          </a:p>
        </p:txBody>
      </p:sp>
    </p:spTree>
    <p:extLst>
      <p:ext uri="{BB962C8B-B14F-4D97-AF65-F5344CB8AC3E}">
        <p14:creationId xmlns:p14="http://schemas.microsoft.com/office/powerpoint/2010/main" val="3582317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_278"/>
          <p:cNvSpPr txBox="1"/>
          <p:nvPr/>
        </p:nvSpPr>
        <p:spPr>
          <a:xfrm>
            <a:off x="950976" y="3931920"/>
            <a:ext cx="7315200" cy="420624"/>
          </a:xfrm>
          <a:prstGeom prst="rect">
            <a:avLst/>
          </a:prstGeom>
          <a:noFill/>
          <a:ln/>
        </p:spPr>
        <p:txBody>
          <a:bodyPr wrap="square" lIns="0" tIns="0" rIns="0" bIns="0" rtlCol="0" anchor="ctr"/>
          <a:lstStyle/>
          <a:p>
            <a:pPr marL="0" indent="0">
              <a:buNone/>
            </a:pPr>
            <a:r>
              <a:rPr lang="en-US" sz="2000" kern="0" spc="60" dirty="0">
                <a:solidFill>
                  <a:srgbClr val="BACCC3"/>
                </a:solidFill>
                <a:latin typeface="Pretendard" pitchFamily="34" charset="0"/>
                <a:ea typeface="Pretendard" pitchFamily="34" charset="-122"/>
                <a:cs typeface="Pretendard" pitchFamily="34" charset="-120"/>
              </a:rPr>
              <a:t>Chapter 4.</a:t>
            </a:r>
            <a:endParaRPr lang="en-US" sz="2000" dirty="0"/>
          </a:p>
        </p:txBody>
      </p:sp>
      <p:sp>
        <p:nvSpPr>
          <p:cNvPr id="3" name="vb_279"/>
          <p:cNvSpPr/>
          <p:nvPr/>
        </p:nvSpPr>
        <p:spPr>
          <a:xfrm>
            <a:off x="950976" y="4498848"/>
            <a:ext cx="68580" cy="896112"/>
          </a:xfrm>
          <a:prstGeom prst="rect">
            <a:avLst/>
          </a:prstGeom>
          <a:solidFill>
            <a:srgbClr val="BACCC3"/>
          </a:solidFill>
          <a:ln/>
        </p:spPr>
        <p:txBody>
          <a:bodyPr/>
          <a:lstStyle/>
          <a:p>
            <a:endParaRPr lang="ko-KR" altLang="en-US"/>
          </a:p>
        </p:txBody>
      </p:sp>
      <p:sp>
        <p:nvSpPr>
          <p:cNvPr id="4" name="t_280"/>
          <p:cNvSpPr txBox="1"/>
          <p:nvPr/>
        </p:nvSpPr>
        <p:spPr>
          <a:xfrm>
            <a:off x="1243584" y="4462272"/>
            <a:ext cx="10058400" cy="969264"/>
          </a:xfrm>
          <a:prstGeom prst="rect">
            <a:avLst/>
          </a:prstGeom>
          <a:noFill/>
          <a:ln/>
        </p:spPr>
        <p:txBody>
          <a:bodyPr wrap="square" lIns="0" tIns="0" rIns="0" bIns="0" rtlCol="0" anchor="ctr"/>
          <a:lstStyle/>
          <a:p>
            <a:pPr marL="0" indent="0">
              <a:buNone/>
            </a:pPr>
            <a:r>
              <a:rPr lang="en-US" sz="4800" b="1" dirty="0">
                <a:solidFill>
                  <a:srgbClr val="6A7E74"/>
                </a:solidFill>
                <a:latin typeface="Pretendard" pitchFamily="34" charset="0"/>
                <a:ea typeface="Pretendard" pitchFamily="34" charset="-122"/>
                <a:cs typeface="Pretendard" pitchFamily="34" charset="-120"/>
              </a:rPr>
              <a:t>GPU 스키닝</a:t>
            </a:r>
            <a:endParaRPr lang="en-US" sz="4800" dirty="0"/>
          </a:p>
        </p:txBody>
      </p:sp>
      <p:sp>
        <p:nvSpPr>
          <p:cNvPr id="5" name="hl_281"/>
          <p:cNvSpPr/>
          <p:nvPr/>
        </p:nvSpPr>
        <p:spPr>
          <a:xfrm>
            <a:off x="950976" y="5724144"/>
            <a:ext cx="9509760" cy="0"/>
          </a:xfrm>
          <a:prstGeom prst="line">
            <a:avLst/>
          </a:prstGeom>
          <a:noFill/>
          <a:ln w="9525">
            <a:solidFill>
              <a:srgbClr val="CDC5B9"/>
            </a:solidFill>
            <a:prstDash val="solid"/>
          </a:ln>
        </p:spPr>
        <p:txBody>
          <a:bodyPr/>
          <a:lstStyle/>
          <a:p>
            <a:endParaRPr lang="ko-KR" altLang="en-US"/>
          </a:p>
        </p:txBody>
      </p:sp>
      <p:sp>
        <p:nvSpPr>
          <p:cNvPr id="6" name="t_282"/>
          <p:cNvSpPr txBox="1"/>
          <p:nvPr/>
        </p:nvSpPr>
        <p:spPr>
          <a:xfrm>
            <a:off x="950976" y="5943600"/>
            <a:ext cx="10424160" cy="1188720"/>
          </a:xfrm>
          <a:prstGeom prst="rect">
            <a:avLst/>
          </a:prstGeom>
          <a:noFill/>
          <a:ln/>
        </p:spPr>
        <p:txBody>
          <a:bodyPr wrap="square" lIns="0" tIns="0" rIns="0" bIns="0" rtlCol="0" anchor="t"/>
          <a:lstStyle/>
          <a:p>
            <a:pPr marL="0" indent="0">
              <a:lnSpc>
                <a:spcPct val="150000"/>
              </a:lnSpc>
              <a:buNone/>
            </a:pPr>
            <a:r>
              <a:rPr lang="en-US" sz="1550" dirty="0">
                <a:solidFill>
                  <a:srgbClr val="444444"/>
                </a:solidFill>
                <a:latin typeface="Pretendard" pitchFamily="34" charset="0"/>
                <a:ea typeface="Pretendard" pitchFamily="34" charset="-122"/>
                <a:cs typeface="Pretendard" pitchFamily="34" charset="-120"/>
              </a:rPr>
              <a:t>뼈를 따라 정점을 옮기는 것만으로는 피부가 늘어나고 접히는 모습이 나오지 않는다.</a:t>
            </a:r>
            <a:endParaRPr lang="en-US" sz="1550" dirty="0"/>
          </a:p>
          <a:p>
            <a:pPr marL="0" indent="0">
              <a:lnSpc>
                <a:spcPct val="150000"/>
              </a:lnSpc>
              <a:buNone/>
            </a:pPr>
            <a:r>
              <a:rPr lang="en-US" sz="1550" dirty="0">
                <a:solidFill>
                  <a:srgbClr val="444444"/>
                </a:solidFill>
                <a:latin typeface="Pretendard" pitchFamily="34" charset="0"/>
                <a:ea typeface="Pretendard" pitchFamily="34" charset="-122"/>
                <a:cs typeface="Pretendard" pitchFamily="34" charset="-120"/>
              </a:rPr>
              <a:t>표면이 얼마나 늘어났는지를 직접 계산해서 주름과 핏줄 같은 미세한 디테일을 만든다.</a:t>
            </a:r>
            <a:endParaRPr lang="en-US" sz="1550" dirty="0"/>
          </a:p>
        </p:txBody>
      </p:sp>
      <p:sp>
        <p:nvSpPr>
          <p:cNvPr id="7" name="pill_283"/>
          <p:cNvSpPr/>
          <p:nvPr/>
        </p:nvSpPr>
        <p:spPr>
          <a:xfrm>
            <a:off x="950976" y="7315200"/>
            <a:ext cx="1828800" cy="493776"/>
          </a:xfrm>
          <a:prstGeom prst="roundRect">
            <a:avLst>
              <a:gd name="adj" fmla="val 50000"/>
            </a:avLst>
          </a:prstGeom>
          <a:solidFill>
            <a:srgbClr val="E4DFD8"/>
          </a:solidFill>
          <a:ln/>
        </p:spPr>
        <p:txBody>
          <a:bodyPr/>
          <a:lstStyle/>
          <a:p>
            <a:endParaRPr lang="ko-KR" altLang="en-US"/>
          </a:p>
        </p:txBody>
      </p:sp>
      <p:sp>
        <p:nvSpPr>
          <p:cNvPr id="8" name="t_284"/>
          <p:cNvSpPr txBox="1"/>
          <p:nvPr/>
        </p:nvSpPr>
        <p:spPr>
          <a:xfrm>
            <a:off x="950976" y="7315200"/>
            <a:ext cx="1828800" cy="493776"/>
          </a:xfrm>
          <a:prstGeom prst="rect">
            <a:avLst/>
          </a:prstGeom>
          <a:noFill/>
          <a:ln/>
        </p:spPr>
        <p:txBody>
          <a:bodyPr wrap="square" lIns="0" tIns="0" rIns="0" bIns="0" rtlCol="0" anchor="ctr"/>
          <a:lstStyle/>
          <a:p>
            <a:pPr marL="0" indent="0" algn="ctr">
              <a:buNone/>
            </a:pPr>
            <a:r>
              <a:rPr lang="en-US" sz="1500" b="1" dirty="0">
                <a:solidFill>
                  <a:srgbClr val="466456"/>
                </a:solidFill>
                <a:latin typeface="Pretendard" pitchFamily="34" charset="0"/>
                <a:ea typeface="Pretendard" pitchFamily="34" charset="-122"/>
                <a:cs typeface="Pretendard" pitchFamily="34" charset="-120"/>
              </a:rPr>
              <a:t>이수민</a:t>
            </a:r>
            <a:endParaRPr lang="en-US" sz="1500" dirty="0"/>
          </a:p>
        </p:txBody>
      </p:sp>
      <p:sp>
        <p:nvSpPr>
          <p:cNvPr id="9" name="t_285"/>
          <p:cNvSpPr txBox="1"/>
          <p:nvPr/>
        </p:nvSpPr>
        <p:spPr>
          <a:xfrm>
            <a:off x="0" y="8302752"/>
            <a:ext cx="18288000" cy="1371600"/>
          </a:xfrm>
          <a:prstGeom prst="rect">
            <a:avLst/>
          </a:prstGeom>
          <a:noFill/>
          <a:ln/>
        </p:spPr>
        <p:txBody>
          <a:bodyPr wrap="square" lIns="0" tIns="0" rIns="0" bIns="0" rtlCol="0" anchor="ctr"/>
          <a:lstStyle/>
          <a:p>
            <a:pPr marL="0" indent="0" algn="ctr">
              <a:buNone/>
            </a:pPr>
            <a:r>
              <a:rPr lang="en-US" sz="5600" b="1" kern="0" spc="300" dirty="0">
                <a:solidFill>
                  <a:srgbClr val="E4DFD8"/>
                </a:solidFill>
                <a:latin typeface="Pretendard" pitchFamily="34" charset="0"/>
                <a:ea typeface="Pretendard" pitchFamily="34" charset="-122"/>
                <a:cs typeface="Pretendard" pitchFamily="34" charset="-120"/>
              </a:rPr>
              <a:t>PIANO HAND SIMULATOR</a:t>
            </a:r>
            <a:endParaRPr lang="en-US" sz="5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950976" y="749808"/>
            <a:ext cx="9144000" cy="384048"/>
          </a:xfrm>
          <a:prstGeom prst="rect">
            <a:avLst/>
          </a:prstGeom>
          <a:noFill/>
          <a:ln/>
        </p:spPr>
        <p:txBody>
          <a:bodyPr wrap="square" lIns="0" tIns="0" rIns="0" bIns="0" rtlCol="0" anchor="ctr"/>
          <a:lstStyle/>
          <a:p>
            <a:pPr marL="0" indent="0" algn="l">
              <a:buNone/>
            </a:pPr>
            <a:r>
              <a:rPr lang="en-US" sz="1800" kern="0" spc="60" dirty="0">
                <a:solidFill>
                  <a:srgbClr val="BACCC3"/>
                </a:solidFill>
                <a:latin typeface="Pretendard" pitchFamily="34" charset="0"/>
                <a:ea typeface="Pretendard" pitchFamily="34" charset="-122"/>
                <a:cs typeface="Pretendard" pitchFamily="34" charset="-120"/>
              </a:rPr>
              <a:t>Chapter 4.</a:t>
            </a:r>
            <a:endParaRPr lang="en-US" sz="1800" dirty="0"/>
          </a:p>
        </p:txBody>
      </p:sp>
      <p:sp>
        <p:nvSpPr>
          <p:cNvPr id="3" name="Text 0"/>
          <p:cNvSpPr txBox="1">
            <a:spLocks noGrp="1"/>
          </p:cNvSpPr>
          <p:nvPr>
            <p:ph type="title" idx="101" hasCustomPrompt="1"/>
          </p:nvPr>
        </p:nvSpPr>
        <p:spPr>
          <a:xfrm>
            <a:off x="950976" y="1152144"/>
            <a:ext cx="12435840" cy="713232"/>
          </a:xfrm>
          <a:prstGeom prst="rect">
            <a:avLst/>
          </a:prstGeom>
          <a:noFill/>
          <a:ln/>
        </p:spPr>
        <p:txBody>
          <a:bodyPr wrap="square" lIns="0" tIns="0" rIns="0" bIns="0" rtlCol="0" anchor="ctr"/>
          <a:lstStyle/>
          <a:p>
            <a:pPr marL="0" indent="0" algn="l">
              <a:buNone/>
            </a:pPr>
            <a:r>
              <a:rPr lang="en-US" sz="3800" b="1" dirty="0">
                <a:solidFill>
                  <a:srgbClr val="6A7E74"/>
                </a:solidFill>
                <a:latin typeface="Pretendard" pitchFamily="34" charset="0"/>
                <a:ea typeface="Pretendard" pitchFamily="34" charset="-122"/>
                <a:cs typeface="Pretendard" pitchFamily="34" charset="-120"/>
              </a:rPr>
              <a:t>왜 엔진 기본 스키닝으로는 안 되는가</a:t>
            </a:r>
            <a:endParaRPr lang="en-US" sz="3800" dirty="0"/>
          </a:p>
        </p:txBody>
      </p:sp>
      <p:sp>
        <p:nvSpPr>
          <p:cNvPr id="4" name="vb_288"/>
          <p:cNvSpPr/>
          <p:nvPr/>
        </p:nvSpPr>
        <p:spPr>
          <a:xfrm>
            <a:off x="950976" y="2651760"/>
            <a:ext cx="68580" cy="347472"/>
          </a:xfrm>
          <a:prstGeom prst="rect">
            <a:avLst/>
          </a:prstGeom>
          <a:solidFill>
            <a:srgbClr val="A8584F"/>
          </a:solidFill>
          <a:ln/>
        </p:spPr>
        <p:txBody>
          <a:bodyPr/>
          <a:lstStyle/>
          <a:p>
            <a:endParaRPr lang="ko-KR" altLang="en-US"/>
          </a:p>
        </p:txBody>
      </p:sp>
      <p:sp>
        <p:nvSpPr>
          <p:cNvPr id="5" name="t_289"/>
          <p:cNvSpPr txBox="1"/>
          <p:nvPr/>
        </p:nvSpPr>
        <p:spPr>
          <a:xfrm>
            <a:off x="1152144" y="2615184"/>
            <a:ext cx="7735824" cy="420624"/>
          </a:xfrm>
          <a:prstGeom prst="rect">
            <a:avLst/>
          </a:prstGeom>
          <a:noFill/>
          <a:ln/>
        </p:spPr>
        <p:txBody>
          <a:bodyPr wrap="square" lIns="0" tIns="0" rIns="0" bIns="0" rtlCol="0" anchor="ctr"/>
          <a:lstStyle/>
          <a:p>
            <a:pPr marL="0" indent="0">
              <a:buNone/>
            </a:pPr>
            <a:r>
              <a:rPr lang="en-US" sz="2000" b="1" dirty="0">
                <a:solidFill>
                  <a:srgbClr val="222222"/>
                </a:solidFill>
                <a:latin typeface="Pretendard" pitchFamily="34" charset="0"/>
                <a:ea typeface="Pretendard" pitchFamily="34" charset="-122"/>
                <a:cs typeface="Pretendard" pitchFamily="34" charset="-120"/>
              </a:rPr>
              <a:t>엔진 기본 — 정점을 옮기기만 한다</a:t>
            </a:r>
            <a:endParaRPr lang="en-US" sz="2000" dirty="0"/>
          </a:p>
        </p:txBody>
      </p:sp>
      <p:sp>
        <p:nvSpPr>
          <p:cNvPr id="6" name="t_290"/>
          <p:cNvSpPr txBox="1"/>
          <p:nvPr/>
        </p:nvSpPr>
        <p:spPr>
          <a:xfrm>
            <a:off x="1170432" y="3273552"/>
            <a:ext cx="7516368" cy="914400"/>
          </a:xfrm>
          <a:prstGeom prst="rect">
            <a:avLst/>
          </a:prstGeom>
          <a:noFill/>
          <a:ln/>
        </p:spPr>
        <p:txBody>
          <a:bodyPr wrap="square" lIns="0" tIns="0" rIns="0" bIns="0" rtlCol="0" anchor="t"/>
          <a:lstStyle/>
          <a:p>
            <a:pPr marL="0" indent="0">
              <a:lnSpc>
                <a:spcPct val="145000"/>
              </a:lnSpc>
              <a:buNone/>
            </a:pPr>
            <a:r>
              <a:rPr lang="en-US" sz="1500" dirty="0">
                <a:solidFill>
                  <a:srgbClr val="444444"/>
                </a:solidFill>
                <a:latin typeface="Pretendard" pitchFamily="34" charset="0"/>
                <a:ea typeface="Pretendard" pitchFamily="34" charset="-122"/>
                <a:cs typeface="Pretendard" pitchFamily="34" charset="-120"/>
              </a:rPr>
              <a:t>뼈 변환을 가중 평균해 정점 위치를 구한다. 표면이 얼마나 늘어났는지는 계산하지 않으므로, </a:t>
            </a:r>
            <a:br>
              <a:rPr lang="en-US" sz="1500" dirty="0">
                <a:solidFill>
                  <a:srgbClr val="444444"/>
                </a:solidFill>
                <a:latin typeface="Pretendard" pitchFamily="34" charset="0"/>
                <a:ea typeface="Pretendard" pitchFamily="34" charset="-122"/>
                <a:cs typeface="Pretendard" pitchFamily="34" charset="-120"/>
              </a:rPr>
            </a:br>
            <a:r>
              <a:rPr lang="en-US" sz="1500" dirty="0" err="1">
                <a:solidFill>
                  <a:srgbClr val="444444"/>
                </a:solidFill>
                <a:latin typeface="Pretendard" pitchFamily="34" charset="0"/>
                <a:ea typeface="Pretendard" pitchFamily="34" charset="-122"/>
                <a:cs typeface="Pretendard" pitchFamily="34" charset="-120"/>
              </a:rPr>
              <a:t>주름이</a:t>
            </a:r>
            <a:r>
              <a:rPr lang="en-US" sz="1500" dirty="0">
                <a:solidFill>
                  <a:srgbClr val="444444"/>
                </a:solidFill>
                <a:latin typeface="Pretendard" pitchFamily="34" charset="0"/>
                <a:ea typeface="Pretendard" pitchFamily="34" charset="-122"/>
                <a:cs typeface="Pretendard" pitchFamily="34" charset="-120"/>
              </a:rPr>
              <a:t> 생길 자리를 알 수 없다.</a:t>
            </a:r>
            <a:endParaRPr lang="en-US" sz="1500" dirty="0"/>
          </a:p>
        </p:txBody>
      </p:sp>
      <p:sp>
        <p:nvSpPr>
          <p:cNvPr id="7" name="vb_291"/>
          <p:cNvSpPr/>
          <p:nvPr/>
        </p:nvSpPr>
        <p:spPr>
          <a:xfrm>
            <a:off x="9601200" y="2651760"/>
            <a:ext cx="68580" cy="347472"/>
          </a:xfrm>
          <a:prstGeom prst="rect">
            <a:avLst/>
          </a:prstGeom>
          <a:solidFill>
            <a:srgbClr val="6A7E74"/>
          </a:solidFill>
          <a:ln/>
        </p:spPr>
        <p:txBody>
          <a:bodyPr/>
          <a:lstStyle/>
          <a:p>
            <a:endParaRPr lang="ko-KR" altLang="en-US"/>
          </a:p>
        </p:txBody>
      </p:sp>
      <p:sp>
        <p:nvSpPr>
          <p:cNvPr id="8" name="t_292"/>
          <p:cNvSpPr txBox="1"/>
          <p:nvPr/>
        </p:nvSpPr>
        <p:spPr>
          <a:xfrm>
            <a:off x="9802368" y="2615184"/>
            <a:ext cx="7735824" cy="420624"/>
          </a:xfrm>
          <a:prstGeom prst="rect">
            <a:avLst/>
          </a:prstGeom>
          <a:noFill/>
          <a:ln/>
        </p:spPr>
        <p:txBody>
          <a:bodyPr wrap="square" lIns="0" tIns="0" rIns="0" bIns="0" rtlCol="0" anchor="ctr"/>
          <a:lstStyle/>
          <a:p>
            <a:pPr marL="0" indent="0">
              <a:buNone/>
            </a:pPr>
            <a:r>
              <a:rPr lang="en-US" sz="2000" b="1" dirty="0" err="1">
                <a:solidFill>
                  <a:srgbClr val="222222"/>
                </a:solidFill>
                <a:latin typeface="Pretendard" pitchFamily="34" charset="0"/>
                <a:ea typeface="Pretendard" pitchFamily="34" charset="-122"/>
                <a:cs typeface="Pretendard" pitchFamily="34" charset="-120"/>
              </a:rPr>
              <a:t>신장률</a:t>
            </a:r>
            <a:r>
              <a:rPr lang="en-US" sz="2000" b="1" dirty="0">
                <a:solidFill>
                  <a:srgbClr val="222222"/>
                </a:solidFill>
                <a:latin typeface="Pretendard" pitchFamily="34" charset="0"/>
                <a:ea typeface="Pretendard" pitchFamily="34" charset="-122"/>
                <a:cs typeface="Pretendard" pitchFamily="34" charset="-120"/>
              </a:rPr>
              <a:t> </a:t>
            </a:r>
            <a:r>
              <a:rPr lang="en-US" sz="2000" b="1" dirty="0" err="1">
                <a:solidFill>
                  <a:srgbClr val="222222"/>
                </a:solidFill>
                <a:latin typeface="Pretendard" pitchFamily="34" charset="0"/>
                <a:ea typeface="Pretendard" pitchFamily="34" charset="-122"/>
                <a:cs typeface="Pretendard" pitchFamily="34" charset="-120"/>
              </a:rPr>
              <a:t>계산</a:t>
            </a:r>
            <a:endParaRPr lang="en-US" sz="2000" dirty="0"/>
          </a:p>
        </p:txBody>
      </p:sp>
      <p:sp>
        <p:nvSpPr>
          <p:cNvPr id="9" name="t_293"/>
          <p:cNvSpPr txBox="1"/>
          <p:nvPr/>
        </p:nvSpPr>
        <p:spPr>
          <a:xfrm>
            <a:off x="9820656" y="3273552"/>
            <a:ext cx="7516368" cy="914400"/>
          </a:xfrm>
          <a:prstGeom prst="rect">
            <a:avLst/>
          </a:prstGeom>
          <a:noFill/>
          <a:ln/>
        </p:spPr>
        <p:txBody>
          <a:bodyPr wrap="square" lIns="0" tIns="0" rIns="0" bIns="0" rtlCol="0" anchor="t"/>
          <a:lstStyle/>
          <a:p>
            <a:pPr marL="0" indent="0">
              <a:lnSpc>
                <a:spcPct val="145000"/>
              </a:lnSpc>
              <a:buNone/>
            </a:pPr>
            <a:r>
              <a:rPr lang="en-US" sz="1500" dirty="0">
                <a:solidFill>
                  <a:srgbClr val="444444"/>
                </a:solidFill>
                <a:latin typeface="Pretendard" pitchFamily="34" charset="0"/>
                <a:ea typeface="Pretendard" pitchFamily="34" charset="-122"/>
                <a:cs typeface="Pretendard" pitchFamily="34" charset="-120"/>
              </a:rPr>
              <a:t>UMeshDeformer 를 상속해 정점 </a:t>
            </a:r>
            <a:r>
              <a:rPr lang="en-US" sz="1500" dirty="0" err="1">
                <a:solidFill>
                  <a:srgbClr val="444444"/>
                </a:solidFill>
                <a:latin typeface="Pretendard" pitchFamily="34" charset="0"/>
                <a:ea typeface="Pretendard" pitchFamily="34" charset="-122"/>
                <a:cs typeface="Pretendard" pitchFamily="34" charset="-120"/>
              </a:rPr>
              <a:t>처리</a:t>
            </a:r>
            <a:r>
              <a:rPr lang="en-US" sz="1500" dirty="0">
                <a:solidFill>
                  <a:srgbClr val="444444"/>
                </a:solidFill>
                <a:latin typeface="Pretendard" pitchFamily="34" charset="0"/>
                <a:ea typeface="Pretendard" pitchFamily="34" charset="-122"/>
                <a:cs typeface="Pretendard" pitchFamily="34" charset="-120"/>
              </a:rPr>
              <a:t> </a:t>
            </a:r>
            <a:r>
              <a:rPr lang="en-US" sz="1500" dirty="0" err="1">
                <a:solidFill>
                  <a:srgbClr val="444444"/>
                </a:solidFill>
                <a:latin typeface="Pretendard" pitchFamily="34" charset="0"/>
                <a:ea typeface="Pretendard" pitchFamily="34" charset="-122"/>
                <a:cs typeface="Pretendard" pitchFamily="34" charset="-120"/>
              </a:rPr>
              <a:t>단계에</a:t>
            </a:r>
            <a:r>
              <a:rPr lang="ko-KR" altLang="en-US" sz="1500" dirty="0">
                <a:solidFill>
                  <a:srgbClr val="444444"/>
                </a:solidFill>
                <a:latin typeface="Pretendard" pitchFamily="34" charset="0"/>
                <a:ea typeface="Pretendard" pitchFamily="34" charset="-122"/>
                <a:cs typeface="Pretendard" pitchFamily="34" charset="-120"/>
              </a:rPr>
              <a:t>서</a:t>
            </a:r>
            <a:r>
              <a:rPr lang="en-US" altLang="ko-KR" sz="1500" dirty="0">
                <a:solidFill>
                  <a:srgbClr val="444444"/>
                </a:solidFill>
                <a:latin typeface="Pretendard" pitchFamily="34" charset="0"/>
                <a:ea typeface="Pretendard" pitchFamily="34" charset="-122"/>
                <a:cs typeface="Pretendard" pitchFamily="34" charset="-120"/>
              </a:rPr>
              <a:t> </a:t>
            </a:r>
            <a:r>
              <a:rPr lang="en-US" sz="1500" dirty="0" err="1">
                <a:solidFill>
                  <a:srgbClr val="444444"/>
                </a:solidFill>
                <a:latin typeface="Pretendard" pitchFamily="34" charset="0"/>
                <a:ea typeface="Pretendard" pitchFamily="34" charset="-122"/>
                <a:cs typeface="Pretendard" pitchFamily="34" charset="-120"/>
              </a:rPr>
              <a:t>변의</a:t>
            </a:r>
            <a:r>
              <a:rPr lang="en-US" sz="1500" dirty="0">
                <a:solidFill>
                  <a:srgbClr val="444444"/>
                </a:solidFill>
                <a:latin typeface="Pretendard" pitchFamily="34" charset="0"/>
                <a:ea typeface="Pretendard" pitchFamily="34" charset="-122"/>
                <a:cs typeface="Pretendard" pitchFamily="34" charset="-120"/>
              </a:rPr>
              <a:t> 길이 변화로 텐션을 구하고, </a:t>
            </a:r>
            <a:br>
              <a:rPr lang="en-US" sz="1500" dirty="0">
                <a:solidFill>
                  <a:srgbClr val="444444"/>
                </a:solidFill>
                <a:latin typeface="Pretendard" pitchFamily="34" charset="0"/>
                <a:ea typeface="Pretendard" pitchFamily="34" charset="-122"/>
                <a:cs typeface="Pretendard" pitchFamily="34" charset="-120"/>
              </a:rPr>
            </a:br>
            <a:r>
              <a:rPr lang="en-US" sz="1500" dirty="0">
                <a:solidFill>
                  <a:srgbClr val="444444"/>
                </a:solidFill>
                <a:latin typeface="Pretendard" pitchFamily="34" charset="0"/>
                <a:ea typeface="Pretendard" pitchFamily="34" charset="-122"/>
                <a:cs typeface="Pretendard" pitchFamily="34" charset="-120"/>
              </a:rPr>
              <a:t>그 </a:t>
            </a:r>
            <a:r>
              <a:rPr lang="en-US" sz="1500" dirty="0" err="1">
                <a:solidFill>
                  <a:srgbClr val="444444"/>
                </a:solidFill>
                <a:latin typeface="Pretendard" pitchFamily="34" charset="0"/>
                <a:ea typeface="Pretendard" pitchFamily="34" charset="-122"/>
                <a:cs typeface="Pretendard" pitchFamily="34" charset="-120"/>
              </a:rPr>
              <a:t>값으로</a:t>
            </a:r>
            <a:r>
              <a:rPr lang="en-US" sz="1500" dirty="0">
                <a:solidFill>
                  <a:srgbClr val="444444"/>
                </a:solidFill>
                <a:latin typeface="Pretendard" pitchFamily="34" charset="0"/>
                <a:ea typeface="Pretendard" pitchFamily="34" charset="-122"/>
                <a:cs typeface="Pretendard" pitchFamily="34" charset="-120"/>
              </a:rPr>
              <a:t> </a:t>
            </a:r>
            <a:r>
              <a:rPr lang="en-US" sz="1500" dirty="0" err="1">
                <a:solidFill>
                  <a:srgbClr val="444444"/>
                </a:solidFill>
                <a:latin typeface="Pretendard" pitchFamily="34" charset="0"/>
                <a:ea typeface="Pretendard" pitchFamily="34" charset="-122"/>
                <a:cs typeface="Pretendard" pitchFamily="34" charset="-120"/>
              </a:rPr>
              <a:t>주름</a:t>
            </a:r>
            <a:r>
              <a:rPr lang="en-US" sz="1500" dirty="0">
                <a:solidFill>
                  <a:srgbClr val="444444"/>
                </a:solidFill>
                <a:latin typeface="Pretendard" pitchFamily="34" charset="0"/>
                <a:ea typeface="Pretendard" pitchFamily="34" charset="-122"/>
                <a:cs typeface="Pretendard" pitchFamily="34" charset="-120"/>
              </a:rPr>
              <a:t> </a:t>
            </a:r>
            <a:r>
              <a:rPr lang="ko-KR" altLang="en-US" sz="1500" dirty="0">
                <a:solidFill>
                  <a:srgbClr val="444444"/>
                </a:solidFill>
                <a:latin typeface="Pretendard" pitchFamily="34" charset="0"/>
                <a:ea typeface="Pretendard" pitchFamily="34" charset="-122"/>
                <a:cs typeface="Pretendard" pitchFamily="34" charset="-120"/>
              </a:rPr>
              <a:t>생성</a:t>
            </a:r>
            <a:endParaRPr lang="en-US" sz="1500" dirty="0"/>
          </a:p>
        </p:txBody>
      </p:sp>
      <p:sp>
        <p:nvSpPr>
          <p:cNvPr id="10" name="fr_294"/>
          <p:cNvSpPr/>
          <p:nvPr/>
        </p:nvSpPr>
        <p:spPr>
          <a:xfrm>
            <a:off x="3246120" y="4581144"/>
            <a:ext cx="11795760" cy="4023360"/>
          </a:xfrm>
          <a:prstGeom prst="rect">
            <a:avLst/>
          </a:prstGeom>
          <a:solidFill>
            <a:srgbClr val="E4DFD8"/>
          </a:solidFill>
          <a:ln/>
        </p:spPr>
        <p:txBody>
          <a:bodyPr/>
          <a:lstStyle/>
          <a:p>
            <a:endParaRPr lang="ko-KR" altLang="en-US"/>
          </a:p>
        </p:txBody>
      </p:sp>
      <p:pic>
        <p:nvPicPr>
          <p:cNvPr id="11" name="img_295" descr="C:\Users\JEONG_N_G_PC\AppData\Local\Temp\claude\D--Git-PianoHandSimulator\6f3d9562-c739-4e48-96d6-5ec586ac821c\scratchpad\img/lt_wrinkle.png"/>
          <p:cNvPicPr>
            <a:picLocks noChangeAspect="1"/>
          </p:cNvPicPr>
          <p:nvPr/>
        </p:nvPicPr>
        <p:blipFill>
          <a:blip r:embed="rId3"/>
          <a:srcRect/>
          <a:stretch/>
        </p:blipFill>
        <p:spPr>
          <a:xfrm>
            <a:off x="3291840" y="4626864"/>
            <a:ext cx="11704320" cy="3931920"/>
          </a:xfrm>
          <a:prstGeom prst="rect">
            <a:avLst/>
          </a:prstGeom>
        </p:spPr>
      </p:pic>
      <p:sp>
        <p:nvSpPr>
          <p:cNvPr id="12" name="t_296"/>
          <p:cNvSpPr txBox="1"/>
          <p:nvPr/>
        </p:nvSpPr>
        <p:spPr>
          <a:xfrm>
            <a:off x="3291840" y="8705088"/>
            <a:ext cx="11704320" cy="310896"/>
          </a:xfrm>
          <a:prstGeom prst="rect">
            <a:avLst/>
          </a:prstGeom>
          <a:noFill/>
          <a:ln/>
        </p:spPr>
        <p:txBody>
          <a:bodyPr wrap="square" lIns="0" tIns="0" rIns="0" bIns="0" rtlCol="0" anchor="t"/>
          <a:lstStyle/>
          <a:p>
            <a:pPr marL="0" indent="0" algn="ctr">
              <a:lnSpc>
                <a:spcPct val="125000"/>
              </a:lnSpc>
              <a:buNone/>
            </a:pPr>
            <a:r>
              <a:rPr lang="en-US" sz="1200" dirty="0">
                <a:solidFill>
                  <a:srgbClr val="444444"/>
                </a:solidFill>
                <a:latin typeface="Pretendard" pitchFamily="34" charset="0"/>
                <a:ea typeface="Pretendard" pitchFamily="34" charset="-122"/>
                <a:cs typeface="Pretendard" pitchFamily="34" charset="-120"/>
              </a:rPr>
              <a:t>왼쪽: 손을 편 상태  ·  오른쪽: 손가락을 굽힌 상태 — 마디마다 가로 주름이 생긴다</a:t>
            </a:r>
            <a:endParaRPr lang="en-US" sz="1200" dirty="0"/>
          </a:p>
        </p:txBody>
      </p:sp>
      <p:sp>
        <p:nvSpPr>
          <p:cNvPr id="25" name="Slide Number Placeholder 0"/>
          <p:cNvSpPr>
            <a:spLocks noGrp="1"/>
          </p:cNvSpPr>
          <p:nvPr>
            <p:ph type="sldNum" sz="quarter" idx="4294967295"/>
          </p:nvPr>
        </p:nvSpPr>
        <p:spPr>
          <a:xfrm>
            <a:off x="16733520" y="9582912"/>
            <a:ext cx="603504"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CDC5B9"/>
                </a:solidFill>
              </a:defRPr>
            </a:lvl1pPr>
          </a:lstStyle>
          <a:p>
            <a:pPr algn="r"/>
            <a:fld id="{F7021451-1387-4CA6-816F-3879F97B5CBC}" type="slidenum">
              <a:rPr lang="en-US" b="0"/>
              <a:t>17</a:t>
            </a:fld>
            <a:endParaRPr lang="en-US"/>
          </a:p>
        </p:txBody>
      </p:sp>
      <p:sp>
        <p:nvSpPr>
          <p:cNvPr id="13" name="타원 12">
            <a:extLst>
              <a:ext uri="{FF2B5EF4-FFF2-40B4-BE49-F238E27FC236}">
                <a16:creationId xmlns:a16="http://schemas.microsoft.com/office/drawing/2014/main" id="{74CC2F40-ECF5-A91A-DDEE-B8FC5D1D6350}"/>
              </a:ext>
            </a:extLst>
          </p:cNvPr>
          <p:cNvSpPr/>
          <p:nvPr/>
        </p:nvSpPr>
        <p:spPr>
          <a:xfrm>
            <a:off x="11784169" y="5434885"/>
            <a:ext cx="1602647" cy="1468835"/>
          </a:xfrm>
          <a:prstGeom prst="ellipse">
            <a:avLst/>
          </a:prstGeom>
          <a:noFill/>
          <a:ln w="76200">
            <a:solidFill>
              <a:srgbClr val="EE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950976" y="749808"/>
            <a:ext cx="9144000" cy="384048"/>
          </a:xfrm>
          <a:prstGeom prst="rect">
            <a:avLst/>
          </a:prstGeom>
          <a:noFill/>
          <a:ln/>
        </p:spPr>
        <p:txBody>
          <a:bodyPr wrap="square" lIns="0" tIns="0" rIns="0" bIns="0" rtlCol="0" anchor="ctr"/>
          <a:lstStyle/>
          <a:p>
            <a:pPr marL="0" indent="0" algn="l">
              <a:buNone/>
            </a:pPr>
            <a:r>
              <a:rPr lang="en-US" sz="1800" kern="0" spc="60" dirty="0">
                <a:solidFill>
                  <a:srgbClr val="BACCC3"/>
                </a:solidFill>
                <a:latin typeface="Pretendard" pitchFamily="34" charset="0"/>
                <a:ea typeface="Pretendard" pitchFamily="34" charset="-122"/>
                <a:cs typeface="Pretendard" pitchFamily="34" charset="-120"/>
              </a:rPr>
              <a:t>Chapter 4.</a:t>
            </a:r>
            <a:endParaRPr lang="en-US" sz="1800" dirty="0"/>
          </a:p>
        </p:txBody>
      </p:sp>
      <p:sp>
        <p:nvSpPr>
          <p:cNvPr id="3" name="Text 0"/>
          <p:cNvSpPr txBox="1">
            <a:spLocks noGrp="1"/>
          </p:cNvSpPr>
          <p:nvPr>
            <p:ph type="title" idx="101" hasCustomPrompt="1"/>
          </p:nvPr>
        </p:nvSpPr>
        <p:spPr>
          <a:xfrm>
            <a:off x="950976" y="1152144"/>
            <a:ext cx="12435840" cy="713232"/>
          </a:xfrm>
          <a:prstGeom prst="rect">
            <a:avLst/>
          </a:prstGeom>
          <a:noFill/>
          <a:ln/>
        </p:spPr>
        <p:txBody>
          <a:bodyPr wrap="square" lIns="0" tIns="0" rIns="0" bIns="0" rtlCol="0" anchor="ctr"/>
          <a:lstStyle/>
          <a:p>
            <a:pPr marL="0" indent="0" algn="l">
              <a:buNone/>
            </a:pPr>
            <a:r>
              <a:rPr lang="en-US" sz="3800" b="1" dirty="0">
                <a:solidFill>
                  <a:srgbClr val="6A7E74"/>
                </a:solidFill>
                <a:latin typeface="Pretendard" pitchFamily="34" charset="0"/>
                <a:ea typeface="Pretendard" pitchFamily="34" charset="-122"/>
                <a:cs typeface="Pretendard" pitchFamily="34" charset="-120"/>
              </a:rPr>
              <a:t>6‑Pass 컴퓨트 셰이더 파이프라인</a:t>
            </a:r>
            <a:endParaRPr lang="en-US" sz="3800" dirty="0"/>
          </a:p>
        </p:txBody>
      </p:sp>
      <p:sp>
        <p:nvSpPr>
          <p:cNvPr id="4" name="t_299"/>
          <p:cNvSpPr txBox="1"/>
          <p:nvPr/>
        </p:nvSpPr>
        <p:spPr>
          <a:xfrm>
            <a:off x="950976" y="2523744"/>
            <a:ext cx="16386048" cy="365760"/>
          </a:xfrm>
          <a:prstGeom prst="rect">
            <a:avLst/>
          </a:prstGeom>
          <a:noFill/>
          <a:ln/>
        </p:spPr>
        <p:txBody>
          <a:bodyPr wrap="square" lIns="0" tIns="0" rIns="0" bIns="0" rtlCol="0" anchor="ctr"/>
          <a:lstStyle/>
          <a:p>
            <a:pPr marL="0" indent="0">
              <a:buNone/>
            </a:pPr>
            <a:r>
              <a:rPr lang="en-US" sz="1600" dirty="0">
                <a:solidFill>
                  <a:srgbClr val="444444"/>
                </a:solidFill>
                <a:latin typeface="Pretendard" pitchFamily="34" charset="0"/>
                <a:ea typeface="Pretendard" pitchFamily="34" charset="-122"/>
                <a:cs typeface="Pretendard" pitchFamily="34" charset="-120"/>
              </a:rPr>
              <a:t>UMeshDeformer 를 상속해 정점 처리 단계에서 실행된다. 패스 하나가 컴퓨트 셰이더 하나다.</a:t>
            </a:r>
            <a:endParaRPr lang="en-US" sz="1600" dirty="0"/>
          </a:p>
        </p:txBody>
      </p:sp>
      <p:sp>
        <p:nvSpPr>
          <p:cNvPr id="5" name="c_300"/>
          <p:cNvSpPr/>
          <p:nvPr/>
        </p:nvSpPr>
        <p:spPr>
          <a:xfrm>
            <a:off x="1455420" y="3438144"/>
            <a:ext cx="1371600" cy="1371600"/>
          </a:xfrm>
          <a:prstGeom prst="ellipse">
            <a:avLst/>
          </a:prstGeom>
          <a:solidFill>
            <a:srgbClr val="E4DFD8"/>
          </a:solidFill>
          <a:ln/>
        </p:spPr>
        <p:txBody>
          <a:bodyPr/>
          <a:lstStyle/>
          <a:p>
            <a:endParaRPr lang="ko-KR" altLang="en-US"/>
          </a:p>
        </p:txBody>
      </p:sp>
      <p:sp>
        <p:nvSpPr>
          <p:cNvPr id="6" name="t_301"/>
          <p:cNvSpPr txBox="1"/>
          <p:nvPr/>
        </p:nvSpPr>
        <p:spPr>
          <a:xfrm>
            <a:off x="1455420" y="3438144"/>
            <a:ext cx="1371600" cy="1371600"/>
          </a:xfrm>
          <a:prstGeom prst="rect">
            <a:avLst/>
          </a:prstGeom>
          <a:noFill/>
          <a:ln/>
        </p:spPr>
        <p:txBody>
          <a:bodyPr wrap="square" lIns="0" tIns="0" rIns="0" bIns="0" rtlCol="0" anchor="ctr"/>
          <a:lstStyle/>
          <a:p>
            <a:pPr marL="0" indent="0" algn="ctr">
              <a:lnSpc>
                <a:spcPct val="115000"/>
              </a:lnSpc>
              <a:buNone/>
            </a:pPr>
            <a:r>
              <a:rPr lang="en-US" sz="2200" b="1" dirty="0">
                <a:solidFill>
                  <a:srgbClr val="466456"/>
                </a:solidFill>
                <a:latin typeface="Pretendard" pitchFamily="34" charset="0"/>
                <a:ea typeface="Pretendard" pitchFamily="34" charset="-122"/>
                <a:cs typeface="Pretendard" pitchFamily="34" charset="-120"/>
              </a:rPr>
              <a:t>1</a:t>
            </a:r>
            <a:endParaRPr lang="en-US" sz="2200" dirty="0"/>
          </a:p>
        </p:txBody>
      </p:sp>
      <p:sp>
        <p:nvSpPr>
          <p:cNvPr id="7" name="hl_302"/>
          <p:cNvSpPr/>
          <p:nvPr/>
        </p:nvSpPr>
        <p:spPr>
          <a:xfrm>
            <a:off x="2936748" y="4123944"/>
            <a:ext cx="1210056" cy="0"/>
          </a:xfrm>
          <a:prstGeom prst="line">
            <a:avLst/>
          </a:prstGeom>
          <a:noFill/>
          <a:ln w="15240">
            <a:solidFill>
              <a:srgbClr val="CDC5B9"/>
            </a:solidFill>
            <a:prstDash val="solid"/>
          </a:ln>
        </p:spPr>
        <p:txBody>
          <a:bodyPr/>
          <a:lstStyle/>
          <a:p>
            <a:endParaRPr lang="ko-KR" altLang="en-US"/>
          </a:p>
        </p:txBody>
      </p:sp>
      <p:sp>
        <p:nvSpPr>
          <p:cNvPr id="8" name="t_303"/>
          <p:cNvSpPr txBox="1"/>
          <p:nvPr/>
        </p:nvSpPr>
        <p:spPr>
          <a:xfrm>
            <a:off x="950976" y="5029200"/>
            <a:ext cx="2380488" cy="768096"/>
          </a:xfrm>
          <a:prstGeom prst="rect">
            <a:avLst/>
          </a:prstGeom>
          <a:noFill/>
          <a:ln/>
        </p:spPr>
        <p:txBody>
          <a:bodyPr wrap="square" lIns="0" tIns="0" rIns="0" bIns="0" rtlCol="0" anchor="t"/>
          <a:lstStyle/>
          <a:p>
            <a:pPr marL="0" indent="0" algn="ctr">
              <a:lnSpc>
                <a:spcPct val="120000"/>
              </a:lnSpc>
              <a:buNone/>
            </a:pPr>
            <a:r>
              <a:rPr lang="en-US" sz="1450" b="1" dirty="0">
                <a:solidFill>
                  <a:srgbClr val="222222"/>
                </a:solidFill>
                <a:latin typeface="Pretendard" pitchFamily="34" charset="0"/>
                <a:ea typeface="Pretendard" pitchFamily="34" charset="-122"/>
                <a:cs typeface="Pretendard" pitchFamily="34" charset="-120"/>
              </a:rPr>
              <a:t>Deform</a:t>
            </a:r>
            <a:endParaRPr lang="en-US" sz="1450" dirty="0"/>
          </a:p>
        </p:txBody>
      </p:sp>
      <p:sp>
        <p:nvSpPr>
          <p:cNvPr id="9" name="t_304"/>
          <p:cNvSpPr txBox="1"/>
          <p:nvPr/>
        </p:nvSpPr>
        <p:spPr>
          <a:xfrm>
            <a:off x="950976" y="5833872"/>
            <a:ext cx="2380488" cy="841248"/>
          </a:xfrm>
          <a:prstGeom prst="rect">
            <a:avLst/>
          </a:prstGeom>
          <a:noFill/>
          <a:ln/>
        </p:spPr>
        <p:txBody>
          <a:bodyPr wrap="square" lIns="0" tIns="0" rIns="0" bIns="0" rtlCol="0" anchor="t"/>
          <a:lstStyle/>
          <a:p>
            <a:pPr marL="0" indent="0" algn="ctr">
              <a:lnSpc>
                <a:spcPct val="135000"/>
              </a:lnSpc>
              <a:buNone/>
            </a:pPr>
            <a:r>
              <a:rPr lang="en-US" sz="1200" dirty="0">
                <a:solidFill>
                  <a:srgbClr val="444444"/>
                </a:solidFill>
                <a:latin typeface="Pretendard" pitchFamily="34" charset="0"/>
                <a:ea typeface="Pretendard" pitchFamily="34" charset="-122"/>
                <a:cs typeface="Pretendard" pitchFamily="34" charset="-120"/>
              </a:rPr>
              <a:t>DQS/LBS 혼합으로</a:t>
            </a:r>
            <a:endParaRPr lang="en-US" sz="1200" dirty="0"/>
          </a:p>
          <a:p>
            <a:pPr marL="0" indent="0" algn="ctr">
              <a:lnSpc>
                <a:spcPct val="135000"/>
              </a:lnSpc>
              <a:buNone/>
            </a:pPr>
            <a:r>
              <a:rPr lang="en-US" sz="1200" dirty="0">
                <a:solidFill>
                  <a:srgbClr val="444444"/>
                </a:solidFill>
                <a:latin typeface="Pretendard" pitchFamily="34" charset="0"/>
                <a:ea typeface="Pretendard" pitchFamily="34" charset="-122"/>
                <a:cs typeface="Pretendard" pitchFamily="34" charset="-120"/>
              </a:rPr>
              <a:t>정점을 변형</a:t>
            </a:r>
            <a:endParaRPr lang="en-US" sz="1200" dirty="0"/>
          </a:p>
        </p:txBody>
      </p:sp>
      <p:sp>
        <p:nvSpPr>
          <p:cNvPr id="10" name="c_305"/>
          <p:cNvSpPr/>
          <p:nvPr/>
        </p:nvSpPr>
        <p:spPr>
          <a:xfrm>
            <a:off x="4256532" y="3438144"/>
            <a:ext cx="1371600" cy="1371600"/>
          </a:xfrm>
          <a:prstGeom prst="ellipse">
            <a:avLst/>
          </a:prstGeom>
          <a:solidFill>
            <a:srgbClr val="BACCC3"/>
          </a:solidFill>
          <a:ln/>
        </p:spPr>
        <p:txBody>
          <a:bodyPr/>
          <a:lstStyle/>
          <a:p>
            <a:endParaRPr lang="ko-KR" altLang="en-US"/>
          </a:p>
        </p:txBody>
      </p:sp>
      <p:sp>
        <p:nvSpPr>
          <p:cNvPr id="11" name="t_306"/>
          <p:cNvSpPr txBox="1"/>
          <p:nvPr/>
        </p:nvSpPr>
        <p:spPr>
          <a:xfrm>
            <a:off x="4256532" y="3438144"/>
            <a:ext cx="1371600" cy="1371600"/>
          </a:xfrm>
          <a:prstGeom prst="rect">
            <a:avLst/>
          </a:prstGeom>
          <a:noFill/>
          <a:ln/>
        </p:spPr>
        <p:txBody>
          <a:bodyPr wrap="square" lIns="0" tIns="0" rIns="0" bIns="0" rtlCol="0" anchor="ctr"/>
          <a:lstStyle/>
          <a:p>
            <a:pPr marL="0" indent="0" algn="ctr">
              <a:lnSpc>
                <a:spcPct val="115000"/>
              </a:lnSpc>
              <a:buNone/>
            </a:pPr>
            <a:r>
              <a:rPr lang="en-US" sz="2200" b="1" dirty="0">
                <a:solidFill>
                  <a:srgbClr val="466456"/>
                </a:solidFill>
                <a:latin typeface="Pretendard" pitchFamily="34" charset="0"/>
                <a:ea typeface="Pretendard" pitchFamily="34" charset="-122"/>
                <a:cs typeface="Pretendard" pitchFamily="34" charset="-120"/>
              </a:rPr>
              <a:t>2</a:t>
            </a:r>
            <a:endParaRPr lang="en-US" sz="2200" dirty="0"/>
          </a:p>
        </p:txBody>
      </p:sp>
      <p:sp>
        <p:nvSpPr>
          <p:cNvPr id="12" name="hl_307"/>
          <p:cNvSpPr/>
          <p:nvPr/>
        </p:nvSpPr>
        <p:spPr>
          <a:xfrm>
            <a:off x="5737860" y="4123944"/>
            <a:ext cx="1210056" cy="0"/>
          </a:xfrm>
          <a:prstGeom prst="line">
            <a:avLst/>
          </a:prstGeom>
          <a:noFill/>
          <a:ln w="15240">
            <a:solidFill>
              <a:srgbClr val="CDC5B9"/>
            </a:solidFill>
            <a:prstDash val="solid"/>
          </a:ln>
        </p:spPr>
        <p:txBody>
          <a:bodyPr/>
          <a:lstStyle/>
          <a:p>
            <a:endParaRPr lang="ko-KR" altLang="en-US"/>
          </a:p>
        </p:txBody>
      </p:sp>
      <p:sp>
        <p:nvSpPr>
          <p:cNvPr id="13" name="t_308"/>
          <p:cNvSpPr txBox="1"/>
          <p:nvPr/>
        </p:nvSpPr>
        <p:spPr>
          <a:xfrm>
            <a:off x="3752088" y="5029200"/>
            <a:ext cx="2380488" cy="768096"/>
          </a:xfrm>
          <a:prstGeom prst="rect">
            <a:avLst/>
          </a:prstGeom>
          <a:noFill/>
          <a:ln/>
        </p:spPr>
        <p:txBody>
          <a:bodyPr wrap="square" lIns="0" tIns="0" rIns="0" bIns="0" rtlCol="0" anchor="t"/>
          <a:lstStyle/>
          <a:p>
            <a:pPr marL="0" indent="0" algn="ctr">
              <a:lnSpc>
                <a:spcPct val="120000"/>
              </a:lnSpc>
              <a:buNone/>
            </a:pPr>
            <a:r>
              <a:rPr lang="en-US" sz="1450" b="1" dirty="0">
                <a:solidFill>
                  <a:srgbClr val="222222"/>
                </a:solidFill>
                <a:latin typeface="Pretendard" pitchFamily="34" charset="0"/>
                <a:ea typeface="Pretendard" pitchFamily="34" charset="-122"/>
                <a:cs typeface="Pretendard" pitchFamily="34" charset="-120"/>
              </a:rPr>
              <a:t>Tension</a:t>
            </a:r>
            <a:endParaRPr lang="en-US" sz="1450" dirty="0"/>
          </a:p>
          <a:p>
            <a:pPr marL="0" indent="0" algn="ctr">
              <a:lnSpc>
                <a:spcPct val="120000"/>
              </a:lnSpc>
              <a:buNone/>
            </a:pPr>
            <a:r>
              <a:rPr lang="en-US" sz="1450" b="1" dirty="0">
                <a:solidFill>
                  <a:srgbClr val="222222"/>
                </a:solidFill>
                <a:latin typeface="Pretendard" pitchFamily="34" charset="0"/>
                <a:ea typeface="Pretendard" pitchFamily="34" charset="-122"/>
                <a:cs typeface="Pretendard" pitchFamily="34" charset="-120"/>
              </a:rPr>
              <a:t>Accumulate</a:t>
            </a:r>
            <a:endParaRPr lang="en-US" sz="1450" dirty="0"/>
          </a:p>
        </p:txBody>
      </p:sp>
      <p:sp>
        <p:nvSpPr>
          <p:cNvPr id="14" name="t_309"/>
          <p:cNvSpPr txBox="1"/>
          <p:nvPr/>
        </p:nvSpPr>
        <p:spPr>
          <a:xfrm>
            <a:off x="3752088" y="5833872"/>
            <a:ext cx="2380488" cy="841248"/>
          </a:xfrm>
          <a:prstGeom prst="rect">
            <a:avLst/>
          </a:prstGeom>
          <a:noFill/>
          <a:ln/>
        </p:spPr>
        <p:txBody>
          <a:bodyPr wrap="square" lIns="0" tIns="0" rIns="0" bIns="0" rtlCol="0" anchor="t"/>
          <a:lstStyle/>
          <a:p>
            <a:pPr marL="0" indent="0" algn="ctr">
              <a:lnSpc>
                <a:spcPct val="135000"/>
              </a:lnSpc>
              <a:buNone/>
            </a:pPr>
            <a:r>
              <a:rPr lang="en-US" sz="1200" dirty="0">
                <a:solidFill>
                  <a:srgbClr val="444444"/>
                </a:solidFill>
                <a:latin typeface="Pretendard" pitchFamily="34" charset="0"/>
                <a:ea typeface="Pretendard" pitchFamily="34" charset="-122"/>
                <a:cs typeface="Pretendard" pitchFamily="34" charset="-120"/>
              </a:rPr>
              <a:t>변의 신장률을</a:t>
            </a:r>
            <a:endParaRPr lang="en-US" sz="1200" dirty="0"/>
          </a:p>
          <a:p>
            <a:pPr marL="0" indent="0" algn="ctr">
              <a:lnSpc>
                <a:spcPct val="135000"/>
              </a:lnSpc>
              <a:buNone/>
            </a:pPr>
            <a:r>
              <a:rPr lang="en-US" sz="1200" dirty="0">
                <a:solidFill>
                  <a:srgbClr val="444444"/>
                </a:solidFill>
                <a:latin typeface="Pretendard" pitchFamily="34" charset="0"/>
                <a:ea typeface="Pretendard" pitchFamily="34" charset="-122"/>
                <a:cs typeface="Pretendard" pitchFamily="34" charset="-120"/>
              </a:rPr>
              <a:t>atomic int 로 누적</a:t>
            </a:r>
            <a:endParaRPr lang="en-US" sz="1200" dirty="0"/>
          </a:p>
        </p:txBody>
      </p:sp>
      <p:sp>
        <p:nvSpPr>
          <p:cNvPr id="15" name="c_310"/>
          <p:cNvSpPr/>
          <p:nvPr/>
        </p:nvSpPr>
        <p:spPr>
          <a:xfrm>
            <a:off x="7057644" y="3438144"/>
            <a:ext cx="1371600" cy="1371600"/>
          </a:xfrm>
          <a:prstGeom prst="ellipse">
            <a:avLst/>
          </a:prstGeom>
          <a:solidFill>
            <a:srgbClr val="BACCC3"/>
          </a:solidFill>
          <a:ln/>
        </p:spPr>
        <p:txBody>
          <a:bodyPr/>
          <a:lstStyle/>
          <a:p>
            <a:endParaRPr lang="ko-KR" altLang="en-US"/>
          </a:p>
        </p:txBody>
      </p:sp>
      <p:sp>
        <p:nvSpPr>
          <p:cNvPr id="16" name="t_311"/>
          <p:cNvSpPr txBox="1"/>
          <p:nvPr/>
        </p:nvSpPr>
        <p:spPr>
          <a:xfrm>
            <a:off x="7057644" y="3438144"/>
            <a:ext cx="1371600" cy="1371600"/>
          </a:xfrm>
          <a:prstGeom prst="rect">
            <a:avLst/>
          </a:prstGeom>
          <a:noFill/>
          <a:ln/>
        </p:spPr>
        <p:txBody>
          <a:bodyPr wrap="square" lIns="0" tIns="0" rIns="0" bIns="0" rtlCol="0" anchor="ctr"/>
          <a:lstStyle/>
          <a:p>
            <a:pPr marL="0" indent="0" algn="ctr">
              <a:lnSpc>
                <a:spcPct val="115000"/>
              </a:lnSpc>
              <a:buNone/>
            </a:pPr>
            <a:r>
              <a:rPr lang="en-US" sz="2200" b="1" dirty="0">
                <a:solidFill>
                  <a:srgbClr val="466456"/>
                </a:solidFill>
                <a:latin typeface="Pretendard" pitchFamily="34" charset="0"/>
                <a:ea typeface="Pretendard" pitchFamily="34" charset="-122"/>
                <a:cs typeface="Pretendard" pitchFamily="34" charset="-120"/>
              </a:rPr>
              <a:t>3</a:t>
            </a:r>
            <a:endParaRPr lang="en-US" sz="2200" dirty="0"/>
          </a:p>
        </p:txBody>
      </p:sp>
      <p:sp>
        <p:nvSpPr>
          <p:cNvPr id="17" name="hl_312"/>
          <p:cNvSpPr/>
          <p:nvPr/>
        </p:nvSpPr>
        <p:spPr>
          <a:xfrm>
            <a:off x="8538972" y="4123944"/>
            <a:ext cx="1210056" cy="0"/>
          </a:xfrm>
          <a:prstGeom prst="line">
            <a:avLst/>
          </a:prstGeom>
          <a:noFill/>
          <a:ln w="15240">
            <a:solidFill>
              <a:srgbClr val="CDC5B9"/>
            </a:solidFill>
            <a:prstDash val="solid"/>
          </a:ln>
        </p:spPr>
        <p:txBody>
          <a:bodyPr/>
          <a:lstStyle/>
          <a:p>
            <a:endParaRPr lang="ko-KR" altLang="en-US"/>
          </a:p>
        </p:txBody>
      </p:sp>
      <p:sp>
        <p:nvSpPr>
          <p:cNvPr id="18" name="t_313"/>
          <p:cNvSpPr txBox="1"/>
          <p:nvPr/>
        </p:nvSpPr>
        <p:spPr>
          <a:xfrm>
            <a:off x="6553200" y="5029200"/>
            <a:ext cx="2380488" cy="768096"/>
          </a:xfrm>
          <a:prstGeom prst="rect">
            <a:avLst/>
          </a:prstGeom>
          <a:noFill/>
          <a:ln/>
        </p:spPr>
        <p:txBody>
          <a:bodyPr wrap="square" lIns="0" tIns="0" rIns="0" bIns="0" rtlCol="0" anchor="t"/>
          <a:lstStyle/>
          <a:p>
            <a:pPr marL="0" indent="0" algn="ctr">
              <a:lnSpc>
                <a:spcPct val="120000"/>
              </a:lnSpc>
              <a:buNone/>
            </a:pPr>
            <a:r>
              <a:rPr lang="en-US" sz="1450" b="1" dirty="0">
                <a:solidFill>
                  <a:srgbClr val="222222"/>
                </a:solidFill>
                <a:latin typeface="Pretendard" pitchFamily="34" charset="0"/>
                <a:ea typeface="Pretendard" pitchFamily="34" charset="-122"/>
                <a:cs typeface="Pretendard" pitchFamily="34" charset="-120"/>
              </a:rPr>
              <a:t>Tension</a:t>
            </a:r>
            <a:endParaRPr lang="en-US" sz="1450" dirty="0"/>
          </a:p>
          <a:p>
            <a:pPr marL="0" indent="0" algn="ctr">
              <a:lnSpc>
                <a:spcPct val="120000"/>
              </a:lnSpc>
              <a:buNone/>
            </a:pPr>
            <a:r>
              <a:rPr lang="en-US" sz="1450" b="1" dirty="0">
                <a:solidFill>
                  <a:srgbClr val="222222"/>
                </a:solidFill>
                <a:latin typeface="Pretendard" pitchFamily="34" charset="0"/>
                <a:ea typeface="Pretendard" pitchFamily="34" charset="-122"/>
                <a:cs typeface="Pretendard" pitchFamily="34" charset="-120"/>
              </a:rPr>
              <a:t>Resolve</a:t>
            </a:r>
            <a:endParaRPr lang="en-US" sz="1450" dirty="0"/>
          </a:p>
        </p:txBody>
      </p:sp>
      <p:sp>
        <p:nvSpPr>
          <p:cNvPr id="19" name="t_314"/>
          <p:cNvSpPr txBox="1"/>
          <p:nvPr/>
        </p:nvSpPr>
        <p:spPr>
          <a:xfrm>
            <a:off x="6553200" y="5833872"/>
            <a:ext cx="2380488" cy="841248"/>
          </a:xfrm>
          <a:prstGeom prst="rect">
            <a:avLst/>
          </a:prstGeom>
          <a:noFill/>
          <a:ln/>
        </p:spPr>
        <p:txBody>
          <a:bodyPr wrap="square" lIns="0" tIns="0" rIns="0" bIns="0" rtlCol="0" anchor="t"/>
          <a:lstStyle/>
          <a:p>
            <a:pPr marL="0" indent="0" algn="ctr">
              <a:lnSpc>
                <a:spcPct val="135000"/>
              </a:lnSpc>
              <a:buNone/>
            </a:pPr>
            <a:r>
              <a:rPr lang="en-US" sz="1200" dirty="0">
                <a:solidFill>
                  <a:srgbClr val="444444"/>
                </a:solidFill>
                <a:latin typeface="Pretendard" pitchFamily="34" charset="0"/>
                <a:ea typeface="Pretendard" pitchFamily="34" charset="-122"/>
                <a:cs typeface="Pretendard" pitchFamily="34" charset="-120"/>
              </a:rPr>
              <a:t>누적값을 정점 수로</a:t>
            </a:r>
            <a:endParaRPr lang="en-US" sz="1200" dirty="0"/>
          </a:p>
          <a:p>
            <a:pPr marL="0" indent="0" algn="ctr">
              <a:lnSpc>
                <a:spcPct val="135000"/>
              </a:lnSpc>
              <a:buNone/>
            </a:pPr>
            <a:r>
              <a:rPr lang="en-US" sz="1200" dirty="0">
                <a:solidFill>
                  <a:srgbClr val="444444"/>
                </a:solidFill>
                <a:latin typeface="Pretendard" pitchFamily="34" charset="0"/>
                <a:ea typeface="Pretendard" pitchFamily="34" charset="-122"/>
                <a:cs typeface="Pretendard" pitchFamily="34" charset="-120"/>
              </a:rPr>
              <a:t>나눠 텐션 확정</a:t>
            </a:r>
            <a:endParaRPr lang="en-US" sz="1200" dirty="0"/>
          </a:p>
        </p:txBody>
      </p:sp>
      <p:sp>
        <p:nvSpPr>
          <p:cNvPr id="20" name="c_315"/>
          <p:cNvSpPr/>
          <p:nvPr/>
        </p:nvSpPr>
        <p:spPr>
          <a:xfrm>
            <a:off x="9858756" y="3438144"/>
            <a:ext cx="1371600" cy="1371600"/>
          </a:xfrm>
          <a:prstGeom prst="ellipse">
            <a:avLst/>
          </a:prstGeom>
          <a:solidFill>
            <a:srgbClr val="466456"/>
          </a:solidFill>
          <a:ln/>
        </p:spPr>
        <p:txBody>
          <a:bodyPr/>
          <a:lstStyle/>
          <a:p>
            <a:endParaRPr lang="ko-KR" altLang="en-US"/>
          </a:p>
        </p:txBody>
      </p:sp>
      <p:sp>
        <p:nvSpPr>
          <p:cNvPr id="21" name="t_316"/>
          <p:cNvSpPr txBox="1"/>
          <p:nvPr/>
        </p:nvSpPr>
        <p:spPr>
          <a:xfrm>
            <a:off x="9858756" y="3438144"/>
            <a:ext cx="1371600" cy="1371600"/>
          </a:xfrm>
          <a:prstGeom prst="rect">
            <a:avLst/>
          </a:prstGeom>
          <a:noFill/>
          <a:ln/>
        </p:spPr>
        <p:txBody>
          <a:bodyPr wrap="square" lIns="0" tIns="0" rIns="0" bIns="0" rtlCol="0" anchor="ctr"/>
          <a:lstStyle/>
          <a:p>
            <a:pPr marL="0" indent="0" algn="ctr">
              <a:lnSpc>
                <a:spcPct val="115000"/>
              </a:lnSpc>
              <a:buNone/>
            </a:pPr>
            <a:r>
              <a:rPr lang="en-US" sz="2200" b="1" dirty="0">
                <a:solidFill>
                  <a:srgbClr val="FFFFFF"/>
                </a:solidFill>
                <a:latin typeface="Pretendard" pitchFamily="34" charset="0"/>
                <a:ea typeface="Pretendard" pitchFamily="34" charset="-122"/>
                <a:cs typeface="Pretendard" pitchFamily="34" charset="-120"/>
              </a:rPr>
              <a:t>4</a:t>
            </a:r>
            <a:endParaRPr lang="en-US" sz="2200" dirty="0"/>
          </a:p>
        </p:txBody>
      </p:sp>
      <p:sp>
        <p:nvSpPr>
          <p:cNvPr id="22" name="hl_317"/>
          <p:cNvSpPr/>
          <p:nvPr/>
        </p:nvSpPr>
        <p:spPr>
          <a:xfrm>
            <a:off x="11340084" y="4123944"/>
            <a:ext cx="1210056" cy="0"/>
          </a:xfrm>
          <a:prstGeom prst="line">
            <a:avLst/>
          </a:prstGeom>
          <a:noFill/>
          <a:ln w="15240">
            <a:solidFill>
              <a:srgbClr val="CDC5B9"/>
            </a:solidFill>
            <a:prstDash val="solid"/>
          </a:ln>
        </p:spPr>
        <p:txBody>
          <a:bodyPr/>
          <a:lstStyle/>
          <a:p>
            <a:endParaRPr lang="ko-KR" altLang="en-US"/>
          </a:p>
        </p:txBody>
      </p:sp>
      <p:sp>
        <p:nvSpPr>
          <p:cNvPr id="23" name="t_318"/>
          <p:cNvSpPr txBox="1"/>
          <p:nvPr/>
        </p:nvSpPr>
        <p:spPr>
          <a:xfrm>
            <a:off x="9354312" y="5029200"/>
            <a:ext cx="2380488" cy="768096"/>
          </a:xfrm>
          <a:prstGeom prst="rect">
            <a:avLst/>
          </a:prstGeom>
          <a:noFill/>
          <a:ln/>
        </p:spPr>
        <p:txBody>
          <a:bodyPr wrap="square" lIns="0" tIns="0" rIns="0" bIns="0" rtlCol="0" anchor="t"/>
          <a:lstStyle/>
          <a:p>
            <a:pPr marL="0" indent="0" algn="ctr">
              <a:lnSpc>
                <a:spcPct val="120000"/>
              </a:lnSpc>
              <a:buNone/>
            </a:pPr>
            <a:r>
              <a:rPr lang="en-US" sz="1450" b="1" dirty="0">
                <a:solidFill>
                  <a:srgbClr val="222222"/>
                </a:solidFill>
                <a:latin typeface="Pretendard" pitchFamily="34" charset="0"/>
                <a:ea typeface="Pretendard" pitchFamily="34" charset="-122"/>
                <a:cs typeface="Pretendard" pitchFamily="34" charset="-120"/>
              </a:rPr>
              <a:t>Detail</a:t>
            </a:r>
            <a:endParaRPr lang="en-US" sz="1450" dirty="0"/>
          </a:p>
          <a:p>
            <a:pPr marL="0" indent="0" algn="ctr">
              <a:lnSpc>
                <a:spcPct val="120000"/>
              </a:lnSpc>
              <a:buNone/>
            </a:pPr>
            <a:r>
              <a:rPr lang="en-US" sz="1450" b="1" dirty="0">
                <a:solidFill>
                  <a:srgbClr val="222222"/>
                </a:solidFill>
                <a:latin typeface="Pretendard" pitchFamily="34" charset="0"/>
                <a:ea typeface="Pretendard" pitchFamily="34" charset="-122"/>
                <a:cs typeface="Pretendard" pitchFamily="34" charset="-120"/>
              </a:rPr>
              <a:t>Displace</a:t>
            </a:r>
            <a:endParaRPr lang="en-US" sz="1450" dirty="0"/>
          </a:p>
        </p:txBody>
      </p:sp>
      <p:sp>
        <p:nvSpPr>
          <p:cNvPr id="24" name="t_319"/>
          <p:cNvSpPr txBox="1"/>
          <p:nvPr/>
        </p:nvSpPr>
        <p:spPr>
          <a:xfrm>
            <a:off x="9354312" y="5833872"/>
            <a:ext cx="2380488" cy="841248"/>
          </a:xfrm>
          <a:prstGeom prst="rect">
            <a:avLst/>
          </a:prstGeom>
          <a:noFill/>
          <a:ln/>
        </p:spPr>
        <p:txBody>
          <a:bodyPr wrap="square" lIns="0" tIns="0" rIns="0" bIns="0" rtlCol="0" anchor="t"/>
          <a:lstStyle/>
          <a:p>
            <a:pPr marL="0" indent="0" algn="ctr">
              <a:lnSpc>
                <a:spcPct val="135000"/>
              </a:lnSpc>
              <a:buNone/>
            </a:pPr>
            <a:r>
              <a:rPr lang="en-US" sz="1200" dirty="0">
                <a:solidFill>
                  <a:srgbClr val="444444"/>
                </a:solidFill>
                <a:latin typeface="Pretendard" pitchFamily="34" charset="0"/>
                <a:ea typeface="Pretendard" pitchFamily="34" charset="-122"/>
                <a:cs typeface="Pretendard" pitchFamily="34" charset="-120"/>
              </a:rPr>
              <a:t>텐션으로 주름·핏줄</a:t>
            </a:r>
            <a:endParaRPr lang="en-US" sz="1200" dirty="0"/>
          </a:p>
          <a:p>
            <a:pPr marL="0" indent="0" algn="ctr">
              <a:lnSpc>
                <a:spcPct val="135000"/>
              </a:lnSpc>
              <a:buNone/>
            </a:pPr>
            <a:r>
              <a:rPr lang="en-US" sz="1200" dirty="0">
                <a:solidFill>
                  <a:srgbClr val="444444"/>
                </a:solidFill>
                <a:latin typeface="Pretendard" pitchFamily="34" charset="0"/>
                <a:ea typeface="Pretendard" pitchFamily="34" charset="-122"/>
                <a:cs typeface="Pretendard" pitchFamily="34" charset="-120"/>
              </a:rPr>
              <a:t>변위를 적용</a:t>
            </a:r>
            <a:endParaRPr lang="en-US" sz="1200" dirty="0"/>
          </a:p>
        </p:txBody>
      </p:sp>
      <p:sp>
        <p:nvSpPr>
          <p:cNvPr id="25" name="c_320"/>
          <p:cNvSpPr/>
          <p:nvPr/>
        </p:nvSpPr>
        <p:spPr>
          <a:xfrm>
            <a:off x="12659868" y="3438144"/>
            <a:ext cx="1371600" cy="1371600"/>
          </a:xfrm>
          <a:prstGeom prst="ellipse">
            <a:avLst/>
          </a:prstGeom>
          <a:solidFill>
            <a:srgbClr val="6A7E74"/>
          </a:solidFill>
          <a:ln/>
        </p:spPr>
        <p:txBody>
          <a:bodyPr/>
          <a:lstStyle/>
          <a:p>
            <a:endParaRPr lang="ko-KR" altLang="en-US"/>
          </a:p>
        </p:txBody>
      </p:sp>
      <p:sp>
        <p:nvSpPr>
          <p:cNvPr id="26" name="t_321"/>
          <p:cNvSpPr txBox="1"/>
          <p:nvPr/>
        </p:nvSpPr>
        <p:spPr>
          <a:xfrm>
            <a:off x="12659868" y="3438144"/>
            <a:ext cx="1371600" cy="1371600"/>
          </a:xfrm>
          <a:prstGeom prst="rect">
            <a:avLst/>
          </a:prstGeom>
          <a:noFill/>
          <a:ln/>
        </p:spPr>
        <p:txBody>
          <a:bodyPr wrap="square" lIns="0" tIns="0" rIns="0" bIns="0" rtlCol="0" anchor="ctr"/>
          <a:lstStyle/>
          <a:p>
            <a:pPr marL="0" indent="0" algn="ctr">
              <a:lnSpc>
                <a:spcPct val="115000"/>
              </a:lnSpc>
              <a:buNone/>
            </a:pPr>
            <a:r>
              <a:rPr lang="en-US" sz="2200" b="1" dirty="0">
                <a:solidFill>
                  <a:srgbClr val="FFFFFF"/>
                </a:solidFill>
                <a:latin typeface="Pretendard" pitchFamily="34" charset="0"/>
                <a:ea typeface="Pretendard" pitchFamily="34" charset="-122"/>
                <a:cs typeface="Pretendard" pitchFamily="34" charset="-120"/>
              </a:rPr>
              <a:t>5</a:t>
            </a:r>
            <a:endParaRPr lang="en-US" sz="2200" dirty="0"/>
          </a:p>
        </p:txBody>
      </p:sp>
      <p:sp>
        <p:nvSpPr>
          <p:cNvPr id="27" name="hl_322"/>
          <p:cNvSpPr/>
          <p:nvPr/>
        </p:nvSpPr>
        <p:spPr>
          <a:xfrm>
            <a:off x="14141196" y="4123944"/>
            <a:ext cx="1210056" cy="0"/>
          </a:xfrm>
          <a:prstGeom prst="line">
            <a:avLst/>
          </a:prstGeom>
          <a:noFill/>
          <a:ln w="15240">
            <a:solidFill>
              <a:srgbClr val="CDC5B9"/>
            </a:solidFill>
            <a:prstDash val="solid"/>
          </a:ln>
        </p:spPr>
        <p:txBody>
          <a:bodyPr/>
          <a:lstStyle/>
          <a:p>
            <a:endParaRPr lang="ko-KR" altLang="en-US"/>
          </a:p>
        </p:txBody>
      </p:sp>
      <p:sp>
        <p:nvSpPr>
          <p:cNvPr id="28" name="t_323"/>
          <p:cNvSpPr txBox="1"/>
          <p:nvPr/>
        </p:nvSpPr>
        <p:spPr>
          <a:xfrm>
            <a:off x="12155424" y="5029200"/>
            <a:ext cx="2380488" cy="768096"/>
          </a:xfrm>
          <a:prstGeom prst="rect">
            <a:avLst/>
          </a:prstGeom>
          <a:noFill/>
          <a:ln/>
        </p:spPr>
        <p:txBody>
          <a:bodyPr wrap="square" lIns="0" tIns="0" rIns="0" bIns="0" rtlCol="0" anchor="t"/>
          <a:lstStyle/>
          <a:p>
            <a:pPr marL="0" indent="0" algn="ctr">
              <a:lnSpc>
                <a:spcPct val="120000"/>
              </a:lnSpc>
              <a:buNone/>
            </a:pPr>
            <a:r>
              <a:rPr lang="en-US" sz="1450" b="1" dirty="0">
                <a:solidFill>
                  <a:srgbClr val="222222"/>
                </a:solidFill>
                <a:latin typeface="Pretendard" pitchFamily="34" charset="0"/>
                <a:ea typeface="Pretendard" pitchFamily="34" charset="-122"/>
                <a:cs typeface="Pretendard" pitchFamily="34" charset="-120"/>
              </a:rPr>
              <a:t>Normal</a:t>
            </a:r>
            <a:endParaRPr lang="en-US" sz="1450" dirty="0"/>
          </a:p>
          <a:p>
            <a:pPr marL="0" indent="0" algn="ctr">
              <a:lnSpc>
                <a:spcPct val="120000"/>
              </a:lnSpc>
              <a:buNone/>
            </a:pPr>
            <a:r>
              <a:rPr lang="en-US" sz="1450" b="1" dirty="0">
                <a:solidFill>
                  <a:srgbClr val="222222"/>
                </a:solidFill>
                <a:latin typeface="Pretendard" pitchFamily="34" charset="0"/>
                <a:ea typeface="Pretendard" pitchFamily="34" charset="-122"/>
                <a:cs typeface="Pretendard" pitchFamily="34" charset="-120"/>
              </a:rPr>
              <a:t>Accumulate</a:t>
            </a:r>
            <a:endParaRPr lang="en-US" sz="1450" dirty="0"/>
          </a:p>
        </p:txBody>
      </p:sp>
      <p:sp>
        <p:nvSpPr>
          <p:cNvPr id="29" name="t_324"/>
          <p:cNvSpPr txBox="1"/>
          <p:nvPr/>
        </p:nvSpPr>
        <p:spPr>
          <a:xfrm>
            <a:off x="12155424" y="5833872"/>
            <a:ext cx="2380488" cy="841248"/>
          </a:xfrm>
          <a:prstGeom prst="rect">
            <a:avLst/>
          </a:prstGeom>
          <a:noFill/>
          <a:ln/>
        </p:spPr>
        <p:txBody>
          <a:bodyPr wrap="square" lIns="0" tIns="0" rIns="0" bIns="0" rtlCol="0" anchor="t"/>
          <a:lstStyle/>
          <a:p>
            <a:pPr marL="0" indent="0" algn="ctr">
              <a:lnSpc>
                <a:spcPct val="135000"/>
              </a:lnSpc>
              <a:buNone/>
            </a:pPr>
            <a:r>
              <a:rPr lang="en-US" sz="1200" dirty="0">
                <a:solidFill>
                  <a:srgbClr val="444444"/>
                </a:solidFill>
                <a:latin typeface="Pretendard" pitchFamily="34" charset="0"/>
                <a:ea typeface="Pretendard" pitchFamily="34" charset="-122"/>
                <a:cs typeface="Pretendard" pitchFamily="34" charset="-120"/>
              </a:rPr>
              <a:t>변위 후 면 노멀을</a:t>
            </a:r>
            <a:endParaRPr lang="en-US" sz="1200" dirty="0"/>
          </a:p>
          <a:p>
            <a:pPr marL="0" indent="0" algn="ctr">
              <a:lnSpc>
                <a:spcPct val="135000"/>
              </a:lnSpc>
              <a:buNone/>
            </a:pPr>
            <a:r>
              <a:rPr lang="en-US" sz="1200" dirty="0">
                <a:solidFill>
                  <a:srgbClr val="444444"/>
                </a:solidFill>
                <a:latin typeface="Pretendard" pitchFamily="34" charset="0"/>
                <a:ea typeface="Pretendard" pitchFamily="34" charset="-122"/>
                <a:cs typeface="Pretendard" pitchFamily="34" charset="-120"/>
              </a:rPr>
              <a:t>정점에 누적</a:t>
            </a:r>
            <a:endParaRPr lang="en-US" sz="1200" dirty="0"/>
          </a:p>
        </p:txBody>
      </p:sp>
      <p:sp>
        <p:nvSpPr>
          <p:cNvPr id="30" name="c_325"/>
          <p:cNvSpPr/>
          <p:nvPr/>
        </p:nvSpPr>
        <p:spPr>
          <a:xfrm>
            <a:off x="15460980" y="3438144"/>
            <a:ext cx="1371600" cy="1371600"/>
          </a:xfrm>
          <a:prstGeom prst="ellipse">
            <a:avLst/>
          </a:prstGeom>
          <a:solidFill>
            <a:srgbClr val="6A7E74"/>
          </a:solidFill>
          <a:ln/>
        </p:spPr>
        <p:txBody>
          <a:bodyPr/>
          <a:lstStyle/>
          <a:p>
            <a:endParaRPr lang="ko-KR" altLang="en-US"/>
          </a:p>
        </p:txBody>
      </p:sp>
      <p:sp>
        <p:nvSpPr>
          <p:cNvPr id="31" name="t_326"/>
          <p:cNvSpPr txBox="1"/>
          <p:nvPr/>
        </p:nvSpPr>
        <p:spPr>
          <a:xfrm>
            <a:off x="15460980" y="3438144"/>
            <a:ext cx="1371600" cy="1371600"/>
          </a:xfrm>
          <a:prstGeom prst="rect">
            <a:avLst/>
          </a:prstGeom>
          <a:noFill/>
          <a:ln/>
        </p:spPr>
        <p:txBody>
          <a:bodyPr wrap="square" lIns="0" tIns="0" rIns="0" bIns="0" rtlCol="0" anchor="ctr"/>
          <a:lstStyle/>
          <a:p>
            <a:pPr marL="0" indent="0" algn="ctr">
              <a:lnSpc>
                <a:spcPct val="115000"/>
              </a:lnSpc>
              <a:buNone/>
            </a:pPr>
            <a:r>
              <a:rPr lang="en-US" sz="2200" b="1" dirty="0">
                <a:solidFill>
                  <a:srgbClr val="FFFFFF"/>
                </a:solidFill>
                <a:latin typeface="Pretendard" pitchFamily="34" charset="0"/>
                <a:ea typeface="Pretendard" pitchFamily="34" charset="-122"/>
                <a:cs typeface="Pretendard" pitchFamily="34" charset="-120"/>
              </a:rPr>
              <a:t>6</a:t>
            </a:r>
            <a:endParaRPr lang="en-US" sz="2200" dirty="0"/>
          </a:p>
        </p:txBody>
      </p:sp>
      <p:sp>
        <p:nvSpPr>
          <p:cNvPr id="32" name="t_327"/>
          <p:cNvSpPr txBox="1"/>
          <p:nvPr/>
        </p:nvSpPr>
        <p:spPr>
          <a:xfrm>
            <a:off x="14956536" y="5029200"/>
            <a:ext cx="2380488" cy="768096"/>
          </a:xfrm>
          <a:prstGeom prst="rect">
            <a:avLst/>
          </a:prstGeom>
          <a:noFill/>
          <a:ln/>
        </p:spPr>
        <p:txBody>
          <a:bodyPr wrap="square" lIns="0" tIns="0" rIns="0" bIns="0" rtlCol="0" anchor="t"/>
          <a:lstStyle/>
          <a:p>
            <a:pPr marL="0" indent="0" algn="ctr">
              <a:lnSpc>
                <a:spcPct val="120000"/>
              </a:lnSpc>
              <a:buNone/>
            </a:pPr>
            <a:r>
              <a:rPr lang="en-US" sz="1450" b="1" dirty="0">
                <a:solidFill>
                  <a:srgbClr val="222222"/>
                </a:solidFill>
                <a:latin typeface="Pretendard" pitchFamily="34" charset="0"/>
                <a:ea typeface="Pretendard" pitchFamily="34" charset="-122"/>
                <a:cs typeface="Pretendard" pitchFamily="34" charset="-120"/>
              </a:rPr>
              <a:t>Normal</a:t>
            </a:r>
            <a:endParaRPr lang="en-US" sz="1450" dirty="0"/>
          </a:p>
          <a:p>
            <a:pPr marL="0" indent="0" algn="ctr">
              <a:lnSpc>
                <a:spcPct val="120000"/>
              </a:lnSpc>
              <a:buNone/>
            </a:pPr>
            <a:r>
              <a:rPr lang="en-US" sz="1450" b="1" dirty="0">
                <a:solidFill>
                  <a:srgbClr val="222222"/>
                </a:solidFill>
                <a:latin typeface="Pretendard" pitchFamily="34" charset="0"/>
                <a:ea typeface="Pretendard" pitchFamily="34" charset="-122"/>
                <a:cs typeface="Pretendard" pitchFamily="34" charset="-120"/>
              </a:rPr>
              <a:t>Resolve</a:t>
            </a:r>
            <a:endParaRPr lang="en-US" sz="1450" dirty="0"/>
          </a:p>
        </p:txBody>
      </p:sp>
      <p:sp>
        <p:nvSpPr>
          <p:cNvPr id="33" name="t_328"/>
          <p:cNvSpPr txBox="1"/>
          <p:nvPr/>
        </p:nvSpPr>
        <p:spPr>
          <a:xfrm>
            <a:off x="14956536" y="5833872"/>
            <a:ext cx="2380488" cy="841248"/>
          </a:xfrm>
          <a:prstGeom prst="rect">
            <a:avLst/>
          </a:prstGeom>
          <a:noFill/>
          <a:ln/>
        </p:spPr>
        <p:txBody>
          <a:bodyPr wrap="square" lIns="0" tIns="0" rIns="0" bIns="0" rtlCol="0" anchor="t"/>
          <a:lstStyle/>
          <a:p>
            <a:pPr marL="0" indent="0" algn="ctr">
              <a:lnSpc>
                <a:spcPct val="135000"/>
              </a:lnSpc>
              <a:buNone/>
            </a:pPr>
            <a:r>
              <a:rPr lang="en-US" sz="1200" dirty="0">
                <a:solidFill>
                  <a:srgbClr val="444444"/>
                </a:solidFill>
                <a:latin typeface="Pretendard" pitchFamily="34" charset="0"/>
                <a:ea typeface="Pretendard" pitchFamily="34" charset="-122"/>
                <a:cs typeface="Pretendard" pitchFamily="34" charset="-120"/>
              </a:rPr>
              <a:t>정규화해 최종</a:t>
            </a:r>
            <a:endParaRPr lang="en-US" sz="1200" dirty="0"/>
          </a:p>
          <a:p>
            <a:pPr marL="0" indent="0" algn="ctr">
              <a:lnSpc>
                <a:spcPct val="135000"/>
              </a:lnSpc>
              <a:buNone/>
            </a:pPr>
            <a:r>
              <a:rPr lang="en-US" sz="1200" dirty="0">
                <a:solidFill>
                  <a:srgbClr val="444444"/>
                </a:solidFill>
                <a:latin typeface="Pretendard" pitchFamily="34" charset="0"/>
                <a:ea typeface="Pretendard" pitchFamily="34" charset="-122"/>
                <a:cs typeface="Pretendard" pitchFamily="34" charset="-120"/>
              </a:rPr>
              <a:t>노멀을 기록</a:t>
            </a:r>
            <a:endParaRPr lang="en-US" sz="1200" dirty="0"/>
          </a:p>
        </p:txBody>
      </p:sp>
      <p:sp>
        <p:nvSpPr>
          <p:cNvPr id="34" name="band_329"/>
          <p:cNvSpPr/>
          <p:nvPr/>
        </p:nvSpPr>
        <p:spPr>
          <a:xfrm>
            <a:off x="950976" y="7772400"/>
            <a:ext cx="16386048" cy="1609344"/>
          </a:xfrm>
          <a:prstGeom prst="roundRect">
            <a:avLst>
              <a:gd name="adj" fmla="val 6818"/>
            </a:avLst>
          </a:prstGeom>
          <a:solidFill>
            <a:srgbClr val="E4DFD8"/>
          </a:solidFill>
          <a:ln/>
        </p:spPr>
        <p:txBody>
          <a:bodyPr/>
          <a:lstStyle/>
          <a:p>
            <a:endParaRPr lang="ko-KR" altLang="en-US"/>
          </a:p>
        </p:txBody>
      </p:sp>
      <p:sp>
        <p:nvSpPr>
          <p:cNvPr id="35" name="t_330"/>
          <p:cNvSpPr txBox="1"/>
          <p:nvPr/>
        </p:nvSpPr>
        <p:spPr>
          <a:xfrm>
            <a:off x="1353312" y="7973568"/>
            <a:ext cx="7315200" cy="365760"/>
          </a:xfrm>
          <a:prstGeom prst="rect">
            <a:avLst/>
          </a:prstGeom>
          <a:noFill/>
          <a:ln/>
        </p:spPr>
        <p:txBody>
          <a:bodyPr wrap="square" lIns="0" tIns="0" rIns="0" bIns="0" rtlCol="0" anchor="ctr"/>
          <a:lstStyle/>
          <a:p>
            <a:pPr marL="0" indent="0">
              <a:buNone/>
            </a:pPr>
            <a:r>
              <a:rPr lang="en-US" sz="1600" b="1" dirty="0">
                <a:solidFill>
                  <a:srgbClr val="466456"/>
                </a:solidFill>
                <a:latin typeface="Pretendard" pitchFamily="34" charset="0"/>
                <a:ea typeface="Pretendard" pitchFamily="34" charset="-122"/>
                <a:cs typeface="Pretendard" pitchFamily="34" charset="-120"/>
              </a:rPr>
              <a:t>왜 누적과 확정을 나누는가</a:t>
            </a:r>
            <a:endParaRPr lang="en-US" sz="1600" dirty="0"/>
          </a:p>
        </p:txBody>
      </p:sp>
      <p:sp>
        <p:nvSpPr>
          <p:cNvPr id="36" name="t_331"/>
          <p:cNvSpPr txBox="1"/>
          <p:nvPr/>
        </p:nvSpPr>
        <p:spPr>
          <a:xfrm>
            <a:off x="1353312" y="8394192"/>
            <a:ext cx="15581376" cy="841248"/>
          </a:xfrm>
          <a:prstGeom prst="rect">
            <a:avLst/>
          </a:prstGeom>
          <a:noFill/>
          <a:ln/>
        </p:spPr>
        <p:txBody>
          <a:bodyPr wrap="square" lIns="0" tIns="0" rIns="0" bIns="0" rtlCol="0" anchor="t"/>
          <a:lstStyle/>
          <a:p>
            <a:pPr marL="0" indent="0">
              <a:lnSpc>
                <a:spcPct val="145000"/>
              </a:lnSpc>
              <a:buNone/>
            </a:pPr>
            <a:r>
              <a:rPr lang="en-US" sz="1400" dirty="0">
                <a:solidFill>
                  <a:srgbClr val="444444"/>
                </a:solidFill>
                <a:latin typeface="Pretendard" pitchFamily="34" charset="0"/>
                <a:ea typeface="Pretendard" pitchFamily="34" charset="-122"/>
                <a:cs typeface="Pretendard" pitchFamily="34" charset="-120"/>
              </a:rPr>
              <a:t>한 정점은 여러 삼각형에 속한다. 각 삼각형이 계산한 값을 한 정점에 모으려면 먼저 전부 더해 두고(Accumulate), 모든 삼각형이 끝난 뒤에 나눠야(Resolve) 한다. </a:t>
            </a:r>
            <a:br>
              <a:rPr lang="en-US" sz="1400" dirty="0">
                <a:solidFill>
                  <a:srgbClr val="444444"/>
                </a:solidFill>
                <a:latin typeface="Pretendard" pitchFamily="34" charset="0"/>
                <a:ea typeface="Pretendard" pitchFamily="34" charset="-122"/>
                <a:cs typeface="Pretendard" pitchFamily="34" charset="-120"/>
              </a:rPr>
            </a:br>
            <a:r>
              <a:rPr lang="en-US" sz="1400" dirty="0" err="1">
                <a:solidFill>
                  <a:srgbClr val="444444"/>
                </a:solidFill>
                <a:latin typeface="Pretendard" pitchFamily="34" charset="0"/>
                <a:ea typeface="Pretendard" pitchFamily="34" charset="-122"/>
                <a:cs typeface="Pretendard" pitchFamily="34" charset="-120"/>
              </a:rPr>
              <a:t>GPU는</a:t>
            </a:r>
            <a:r>
              <a:rPr lang="en-US" sz="1400" dirty="0">
                <a:solidFill>
                  <a:srgbClr val="444444"/>
                </a:solidFill>
                <a:latin typeface="Pretendard" pitchFamily="34" charset="0"/>
                <a:ea typeface="Pretendard" pitchFamily="34" charset="-122"/>
                <a:cs typeface="Pretendard" pitchFamily="34" charset="-120"/>
              </a:rPr>
              <a:t> 순서를 보장하지 않으므로 atomic 연산으로 더하고 패스를 분리한다. 텐션과 노멀이 같은 이유로 각각 두 패스씩 쓴다.</a:t>
            </a:r>
            <a:endParaRPr lang="en-US" sz="1400" dirty="0"/>
          </a:p>
        </p:txBody>
      </p:sp>
      <p:sp>
        <p:nvSpPr>
          <p:cNvPr id="37" name="Slide Number Placeholder 0"/>
          <p:cNvSpPr>
            <a:spLocks noGrp="1"/>
          </p:cNvSpPr>
          <p:nvPr>
            <p:ph type="sldNum" sz="quarter" idx="4294967295"/>
          </p:nvPr>
        </p:nvSpPr>
        <p:spPr>
          <a:xfrm>
            <a:off x="16733520" y="9582912"/>
            <a:ext cx="603504"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CDC5B9"/>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950976" y="749808"/>
            <a:ext cx="9144000" cy="384048"/>
          </a:xfrm>
          <a:prstGeom prst="rect">
            <a:avLst/>
          </a:prstGeom>
          <a:noFill/>
          <a:ln/>
        </p:spPr>
        <p:txBody>
          <a:bodyPr wrap="square" lIns="0" tIns="0" rIns="0" bIns="0" rtlCol="0" anchor="ctr"/>
          <a:lstStyle/>
          <a:p>
            <a:pPr marL="0" indent="0" algn="l">
              <a:buNone/>
            </a:pPr>
            <a:r>
              <a:rPr lang="en-US" sz="1800" kern="0" spc="60" dirty="0">
                <a:solidFill>
                  <a:srgbClr val="BACCC3"/>
                </a:solidFill>
                <a:latin typeface="Pretendard" pitchFamily="34" charset="0"/>
                <a:ea typeface="Pretendard" pitchFamily="34" charset="-122"/>
                <a:cs typeface="Pretendard" pitchFamily="34" charset="-120"/>
              </a:rPr>
              <a:t>Chapter 4.</a:t>
            </a:r>
            <a:endParaRPr lang="en-US" sz="1800" dirty="0"/>
          </a:p>
        </p:txBody>
      </p:sp>
      <p:sp>
        <p:nvSpPr>
          <p:cNvPr id="3" name="Text 0"/>
          <p:cNvSpPr txBox="1">
            <a:spLocks noGrp="1"/>
          </p:cNvSpPr>
          <p:nvPr>
            <p:ph type="title" idx="101" hasCustomPrompt="1"/>
          </p:nvPr>
        </p:nvSpPr>
        <p:spPr>
          <a:xfrm>
            <a:off x="950976" y="1152144"/>
            <a:ext cx="12435840" cy="713232"/>
          </a:xfrm>
          <a:prstGeom prst="rect">
            <a:avLst/>
          </a:prstGeom>
          <a:noFill/>
          <a:ln/>
        </p:spPr>
        <p:txBody>
          <a:bodyPr wrap="square" lIns="0" tIns="0" rIns="0" bIns="0" rtlCol="0" anchor="ctr"/>
          <a:lstStyle/>
          <a:p>
            <a:pPr marL="0" indent="0" algn="l">
              <a:buNone/>
            </a:pPr>
            <a:r>
              <a:rPr lang="en-US" sz="3800" b="1" dirty="0">
                <a:solidFill>
                  <a:srgbClr val="6A7E74"/>
                </a:solidFill>
                <a:latin typeface="Pretendard" pitchFamily="34" charset="0"/>
                <a:ea typeface="Pretendard" pitchFamily="34" charset="-122"/>
                <a:cs typeface="Pretendard" pitchFamily="34" charset="-120"/>
              </a:rPr>
              <a:t>텐션을 네 채널로 나눠 쓴다</a:t>
            </a:r>
            <a:endParaRPr lang="en-US" sz="3800" dirty="0"/>
          </a:p>
        </p:txBody>
      </p:sp>
      <p:sp>
        <p:nvSpPr>
          <p:cNvPr id="4" name="t_334"/>
          <p:cNvSpPr txBox="1"/>
          <p:nvPr/>
        </p:nvSpPr>
        <p:spPr>
          <a:xfrm>
            <a:off x="950976" y="2523744"/>
            <a:ext cx="16386048" cy="365760"/>
          </a:xfrm>
          <a:prstGeom prst="rect">
            <a:avLst/>
          </a:prstGeom>
          <a:noFill/>
          <a:ln/>
        </p:spPr>
        <p:txBody>
          <a:bodyPr wrap="square" lIns="0" tIns="0" rIns="0" bIns="0" rtlCol="0" anchor="ctr"/>
          <a:lstStyle/>
          <a:p>
            <a:pPr marL="0" indent="0">
              <a:buNone/>
            </a:pPr>
            <a:r>
              <a:rPr lang="en-US" sz="1600" dirty="0">
                <a:solidFill>
                  <a:srgbClr val="444444"/>
                </a:solidFill>
                <a:latin typeface="Pretendard" pitchFamily="34" charset="0"/>
                <a:ea typeface="Pretendard" pitchFamily="34" charset="-122"/>
                <a:cs typeface="Pretendard" pitchFamily="34" charset="-120"/>
              </a:rPr>
              <a:t>정점 컬러 네 채널에 서로 다른 변형 성분을 담아, 주름의 방향과 세기를 따로 제어한다.</a:t>
            </a:r>
            <a:endParaRPr lang="en-US" sz="1600" dirty="0"/>
          </a:p>
        </p:txBody>
      </p:sp>
      <p:sp>
        <p:nvSpPr>
          <p:cNvPr id="5" name="hl_335"/>
          <p:cNvSpPr/>
          <p:nvPr/>
        </p:nvSpPr>
        <p:spPr>
          <a:xfrm>
            <a:off x="950976" y="3273552"/>
            <a:ext cx="3685032" cy="0"/>
          </a:xfrm>
          <a:prstGeom prst="line">
            <a:avLst/>
          </a:prstGeom>
          <a:noFill/>
          <a:ln w="30480">
            <a:solidFill>
              <a:srgbClr val="466456"/>
            </a:solidFill>
            <a:prstDash val="solid"/>
          </a:ln>
        </p:spPr>
        <p:txBody>
          <a:bodyPr/>
          <a:lstStyle/>
          <a:p>
            <a:endParaRPr lang="ko-KR" altLang="en-US"/>
          </a:p>
        </p:txBody>
      </p:sp>
      <p:sp>
        <p:nvSpPr>
          <p:cNvPr id="6" name="t_336"/>
          <p:cNvSpPr txBox="1"/>
          <p:nvPr/>
        </p:nvSpPr>
        <p:spPr>
          <a:xfrm>
            <a:off x="950976" y="3474720"/>
            <a:ext cx="3685032" cy="786384"/>
          </a:xfrm>
          <a:prstGeom prst="rect">
            <a:avLst/>
          </a:prstGeom>
          <a:noFill/>
          <a:ln/>
        </p:spPr>
        <p:txBody>
          <a:bodyPr wrap="square" lIns="0" tIns="0" rIns="0" bIns="0" rtlCol="0" anchor="ctr"/>
          <a:lstStyle/>
          <a:p>
            <a:pPr marL="0" indent="0">
              <a:buNone/>
            </a:pPr>
            <a:r>
              <a:rPr lang="en-US" sz="4600" b="1" dirty="0">
                <a:solidFill>
                  <a:srgbClr val="466456"/>
                </a:solidFill>
                <a:latin typeface="Pretendard" pitchFamily="34" charset="0"/>
                <a:ea typeface="Pretendard" pitchFamily="34" charset="-122"/>
                <a:cs typeface="Pretendard" pitchFamily="34" charset="-120"/>
              </a:rPr>
              <a:t>R</a:t>
            </a:r>
            <a:endParaRPr lang="en-US" sz="4600" dirty="0"/>
          </a:p>
        </p:txBody>
      </p:sp>
      <p:sp>
        <p:nvSpPr>
          <p:cNvPr id="7" name="t_337"/>
          <p:cNvSpPr txBox="1"/>
          <p:nvPr/>
        </p:nvSpPr>
        <p:spPr>
          <a:xfrm>
            <a:off x="950976" y="4315968"/>
            <a:ext cx="3685032" cy="384048"/>
          </a:xfrm>
          <a:prstGeom prst="rect">
            <a:avLst/>
          </a:prstGeom>
          <a:noFill/>
          <a:ln/>
        </p:spPr>
        <p:txBody>
          <a:bodyPr wrap="square" lIns="0" tIns="0" rIns="0" bIns="0" rtlCol="0" anchor="ctr"/>
          <a:lstStyle/>
          <a:p>
            <a:pPr marL="0" indent="0">
              <a:buNone/>
            </a:pPr>
            <a:r>
              <a:rPr lang="en-US" sz="1700" b="1" dirty="0">
                <a:solidFill>
                  <a:srgbClr val="222222"/>
                </a:solidFill>
                <a:latin typeface="Pretendard" pitchFamily="34" charset="0"/>
                <a:ea typeface="Pretendard" pitchFamily="34" charset="-122"/>
                <a:cs typeface="Pretendard" pitchFamily="34" charset="-120"/>
              </a:rPr>
              <a:t>신장</a:t>
            </a:r>
            <a:endParaRPr lang="en-US" sz="1700" dirty="0"/>
          </a:p>
        </p:txBody>
      </p:sp>
      <p:sp>
        <p:nvSpPr>
          <p:cNvPr id="8" name="t_338"/>
          <p:cNvSpPr txBox="1"/>
          <p:nvPr/>
        </p:nvSpPr>
        <p:spPr>
          <a:xfrm>
            <a:off x="950976" y="4736592"/>
            <a:ext cx="3685032" cy="457200"/>
          </a:xfrm>
          <a:prstGeom prst="rect">
            <a:avLst/>
          </a:prstGeom>
          <a:noFill/>
          <a:ln/>
        </p:spPr>
        <p:txBody>
          <a:bodyPr wrap="square" lIns="0" tIns="0" rIns="0" bIns="0" rtlCol="0" anchor="t"/>
          <a:lstStyle/>
          <a:p>
            <a:pPr marL="0" indent="0">
              <a:buNone/>
            </a:pPr>
            <a:r>
              <a:rPr lang="en-US" sz="1300" dirty="0">
                <a:solidFill>
                  <a:srgbClr val="444444"/>
                </a:solidFill>
                <a:latin typeface="Pretendard" pitchFamily="34" charset="0"/>
                <a:ea typeface="Pretendard" pitchFamily="34" charset="-122"/>
                <a:cs typeface="Pretendard" pitchFamily="34" charset="-120"/>
              </a:rPr>
              <a:t>표면이 늘어난 정도</a:t>
            </a:r>
            <a:endParaRPr lang="en-US" sz="1300" dirty="0"/>
          </a:p>
        </p:txBody>
      </p:sp>
      <p:sp>
        <p:nvSpPr>
          <p:cNvPr id="9" name="hl_339"/>
          <p:cNvSpPr/>
          <p:nvPr/>
        </p:nvSpPr>
        <p:spPr>
          <a:xfrm>
            <a:off x="5184648" y="3273552"/>
            <a:ext cx="3685032" cy="0"/>
          </a:xfrm>
          <a:prstGeom prst="line">
            <a:avLst/>
          </a:prstGeom>
          <a:noFill/>
          <a:ln w="30480">
            <a:solidFill>
              <a:srgbClr val="6A7E74"/>
            </a:solidFill>
            <a:prstDash val="solid"/>
          </a:ln>
        </p:spPr>
        <p:txBody>
          <a:bodyPr/>
          <a:lstStyle/>
          <a:p>
            <a:endParaRPr lang="ko-KR" altLang="en-US"/>
          </a:p>
        </p:txBody>
      </p:sp>
      <p:sp>
        <p:nvSpPr>
          <p:cNvPr id="10" name="t_340"/>
          <p:cNvSpPr txBox="1"/>
          <p:nvPr/>
        </p:nvSpPr>
        <p:spPr>
          <a:xfrm>
            <a:off x="5184648" y="3474720"/>
            <a:ext cx="3685032" cy="786384"/>
          </a:xfrm>
          <a:prstGeom prst="rect">
            <a:avLst/>
          </a:prstGeom>
          <a:noFill/>
          <a:ln/>
        </p:spPr>
        <p:txBody>
          <a:bodyPr wrap="square" lIns="0" tIns="0" rIns="0" bIns="0" rtlCol="0" anchor="ctr"/>
          <a:lstStyle/>
          <a:p>
            <a:pPr marL="0" indent="0">
              <a:buNone/>
            </a:pPr>
            <a:r>
              <a:rPr lang="en-US" sz="4600" b="1" dirty="0">
                <a:solidFill>
                  <a:srgbClr val="6A7E74"/>
                </a:solidFill>
                <a:latin typeface="Pretendard" pitchFamily="34" charset="0"/>
                <a:ea typeface="Pretendard" pitchFamily="34" charset="-122"/>
                <a:cs typeface="Pretendard" pitchFamily="34" charset="-120"/>
              </a:rPr>
              <a:t>G</a:t>
            </a:r>
            <a:endParaRPr lang="en-US" sz="4600" dirty="0"/>
          </a:p>
        </p:txBody>
      </p:sp>
      <p:sp>
        <p:nvSpPr>
          <p:cNvPr id="11" name="t_341"/>
          <p:cNvSpPr txBox="1"/>
          <p:nvPr/>
        </p:nvSpPr>
        <p:spPr>
          <a:xfrm>
            <a:off x="5184648" y="4315968"/>
            <a:ext cx="3685032" cy="384048"/>
          </a:xfrm>
          <a:prstGeom prst="rect">
            <a:avLst/>
          </a:prstGeom>
          <a:noFill/>
          <a:ln/>
        </p:spPr>
        <p:txBody>
          <a:bodyPr wrap="square" lIns="0" tIns="0" rIns="0" bIns="0" rtlCol="0" anchor="ctr"/>
          <a:lstStyle/>
          <a:p>
            <a:pPr marL="0" indent="0">
              <a:buNone/>
            </a:pPr>
            <a:r>
              <a:rPr lang="en-US" sz="1700" b="1" dirty="0">
                <a:solidFill>
                  <a:srgbClr val="222222"/>
                </a:solidFill>
                <a:latin typeface="Pretendard" pitchFamily="34" charset="0"/>
                <a:ea typeface="Pretendard" pitchFamily="34" charset="-122"/>
                <a:cs typeface="Pretendard" pitchFamily="34" charset="-120"/>
              </a:rPr>
              <a:t>뼈 방향 압축</a:t>
            </a:r>
            <a:endParaRPr lang="en-US" sz="1700" dirty="0"/>
          </a:p>
        </p:txBody>
      </p:sp>
      <p:sp>
        <p:nvSpPr>
          <p:cNvPr id="12" name="t_342"/>
          <p:cNvSpPr txBox="1"/>
          <p:nvPr/>
        </p:nvSpPr>
        <p:spPr>
          <a:xfrm>
            <a:off x="5184648" y="4736592"/>
            <a:ext cx="3685032" cy="457200"/>
          </a:xfrm>
          <a:prstGeom prst="rect">
            <a:avLst/>
          </a:prstGeom>
          <a:noFill/>
          <a:ln/>
        </p:spPr>
        <p:txBody>
          <a:bodyPr wrap="square" lIns="0" tIns="0" rIns="0" bIns="0" rtlCol="0" anchor="t"/>
          <a:lstStyle/>
          <a:p>
            <a:pPr marL="0" indent="0">
              <a:buNone/>
            </a:pPr>
            <a:r>
              <a:rPr lang="en-US" sz="1300" dirty="0">
                <a:solidFill>
                  <a:srgbClr val="444444"/>
                </a:solidFill>
                <a:latin typeface="Pretendard" pitchFamily="34" charset="0"/>
                <a:ea typeface="Pretendard" pitchFamily="34" charset="-122"/>
                <a:cs typeface="Pretendard" pitchFamily="34" charset="-120"/>
              </a:rPr>
              <a:t>뼈를 따라 줄어든 정도</a:t>
            </a:r>
            <a:endParaRPr lang="en-US" sz="1300" dirty="0"/>
          </a:p>
        </p:txBody>
      </p:sp>
      <p:sp>
        <p:nvSpPr>
          <p:cNvPr id="13" name="hl_343"/>
          <p:cNvSpPr/>
          <p:nvPr/>
        </p:nvSpPr>
        <p:spPr>
          <a:xfrm>
            <a:off x="9418320" y="3273552"/>
            <a:ext cx="3685032" cy="0"/>
          </a:xfrm>
          <a:prstGeom prst="line">
            <a:avLst/>
          </a:prstGeom>
          <a:noFill/>
          <a:ln w="30480">
            <a:solidFill>
              <a:srgbClr val="BACCC3"/>
            </a:solidFill>
            <a:prstDash val="solid"/>
          </a:ln>
        </p:spPr>
        <p:txBody>
          <a:bodyPr/>
          <a:lstStyle/>
          <a:p>
            <a:endParaRPr lang="ko-KR" altLang="en-US"/>
          </a:p>
        </p:txBody>
      </p:sp>
      <p:sp>
        <p:nvSpPr>
          <p:cNvPr id="14" name="t_344"/>
          <p:cNvSpPr txBox="1"/>
          <p:nvPr/>
        </p:nvSpPr>
        <p:spPr>
          <a:xfrm>
            <a:off x="9418320" y="3474720"/>
            <a:ext cx="3685032" cy="786384"/>
          </a:xfrm>
          <a:prstGeom prst="rect">
            <a:avLst/>
          </a:prstGeom>
          <a:noFill/>
          <a:ln/>
        </p:spPr>
        <p:txBody>
          <a:bodyPr wrap="square" lIns="0" tIns="0" rIns="0" bIns="0" rtlCol="0" anchor="ctr"/>
          <a:lstStyle/>
          <a:p>
            <a:pPr marL="0" indent="0">
              <a:buNone/>
            </a:pPr>
            <a:r>
              <a:rPr lang="en-US" sz="4600" b="1" dirty="0">
                <a:solidFill>
                  <a:srgbClr val="BACCC3"/>
                </a:solidFill>
                <a:latin typeface="Pretendard" pitchFamily="34" charset="0"/>
                <a:ea typeface="Pretendard" pitchFamily="34" charset="-122"/>
                <a:cs typeface="Pretendard" pitchFamily="34" charset="-120"/>
              </a:rPr>
              <a:t>B</a:t>
            </a:r>
            <a:endParaRPr lang="en-US" sz="4600" dirty="0"/>
          </a:p>
        </p:txBody>
      </p:sp>
      <p:sp>
        <p:nvSpPr>
          <p:cNvPr id="15" name="t_345"/>
          <p:cNvSpPr txBox="1"/>
          <p:nvPr/>
        </p:nvSpPr>
        <p:spPr>
          <a:xfrm>
            <a:off x="9418320" y="4315968"/>
            <a:ext cx="3685032" cy="384048"/>
          </a:xfrm>
          <a:prstGeom prst="rect">
            <a:avLst/>
          </a:prstGeom>
          <a:noFill/>
          <a:ln/>
        </p:spPr>
        <p:txBody>
          <a:bodyPr wrap="square" lIns="0" tIns="0" rIns="0" bIns="0" rtlCol="0" anchor="ctr"/>
          <a:lstStyle/>
          <a:p>
            <a:pPr marL="0" indent="0">
              <a:buNone/>
            </a:pPr>
            <a:r>
              <a:rPr lang="en-US" sz="1700" b="1" dirty="0">
                <a:solidFill>
                  <a:srgbClr val="222222"/>
                </a:solidFill>
                <a:latin typeface="Pretendard" pitchFamily="34" charset="0"/>
                <a:ea typeface="Pretendard" pitchFamily="34" charset="-122"/>
                <a:cs typeface="Pretendard" pitchFamily="34" charset="-120"/>
              </a:rPr>
              <a:t>가로 압축</a:t>
            </a:r>
            <a:endParaRPr lang="en-US" sz="1700" dirty="0"/>
          </a:p>
        </p:txBody>
      </p:sp>
      <p:sp>
        <p:nvSpPr>
          <p:cNvPr id="16" name="t_346"/>
          <p:cNvSpPr txBox="1"/>
          <p:nvPr/>
        </p:nvSpPr>
        <p:spPr>
          <a:xfrm>
            <a:off x="9418320" y="4736592"/>
            <a:ext cx="3685032" cy="457200"/>
          </a:xfrm>
          <a:prstGeom prst="rect">
            <a:avLst/>
          </a:prstGeom>
          <a:noFill/>
          <a:ln/>
        </p:spPr>
        <p:txBody>
          <a:bodyPr wrap="square" lIns="0" tIns="0" rIns="0" bIns="0" rtlCol="0" anchor="t"/>
          <a:lstStyle/>
          <a:p>
            <a:pPr marL="0" indent="0">
              <a:buNone/>
            </a:pPr>
            <a:r>
              <a:rPr lang="en-US" sz="1300" dirty="0">
                <a:solidFill>
                  <a:srgbClr val="444444"/>
                </a:solidFill>
                <a:latin typeface="Pretendard" pitchFamily="34" charset="0"/>
                <a:ea typeface="Pretendard" pitchFamily="34" charset="-122"/>
                <a:cs typeface="Pretendard" pitchFamily="34" charset="-120"/>
              </a:rPr>
              <a:t>뼈와 직각으로 줄어든 정도</a:t>
            </a:r>
            <a:endParaRPr lang="en-US" sz="1300" dirty="0"/>
          </a:p>
        </p:txBody>
      </p:sp>
      <p:sp>
        <p:nvSpPr>
          <p:cNvPr id="17" name="hl_347"/>
          <p:cNvSpPr/>
          <p:nvPr/>
        </p:nvSpPr>
        <p:spPr>
          <a:xfrm>
            <a:off x="13651992" y="3273552"/>
            <a:ext cx="3685032" cy="0"/>
          </a:xfrm>
          <a:prstGeom prst="line">
            <a:avLst/>
          </a:prstGeom>
          <a:noFill/>
          <a:ln w="30480">
            <a:solidFill>
              <a:srgbClr val="E0DBD2"/>
            </a:solidFill>
            <a:prstDash val="solid"/>
          </a:ln>
        </p:spPr>
        <p:txBody>
          <a:bodyPr/>
          <a:lstStyle/>
          <a:p>
            <a:endParaRPr lang="ko-KR" altLang="en-US"/>
          </a:p>
        </p:txBody>
      </p:sp>
      <p:sp>
        <p:nvSpPr>
          <p:cNvPr id="18" name="t_348"/>
          <p:cNvSpPr txBox="1"/>
          <p:nvPr/>
        </p:nvSpPr>
        <p:spPr>
          <a:xfrm>
            <a:off x="13651992" y="3474720"/>
            <a:ext cx="3685032" cy="786384"/>
          </a:xfrm>
          <a:prstGeom prst="rect">
            <a:avLst/>
          </a:prstGeom>
          <a:noFill/>
          <a:ln/>
        </p:spPr>
        <p:txBody>
          <a:bodyPr wrap="square" lIns="0" tIns="0" rIns="0" bIns="0" rtlCol="0" anchor="ctr"/>
          <a:lstStyle/>
          <a:p>
            <a:pPr marL="0" indent="0">
              <a:buNone/>
            </a:pPr>
            <a:r>
              <a:rPr lang="en-US" sz="4600" b="1" dirty="0">
                <a:solidFill>
                  <a:srgbClr val="CDC5B9"/>
                </a:solidFill>
                <a:latin typeface="Pretendard" pitchFamily="34" charset="0"/>
                <a:ea typeface="Pretendard" pitchFamily="34" charset="-122"/>
                <a:cs typeface="Pretendard" pitchFamily="34" charset="-120"/>
              </a:rPr>
              <a:t>A</a:t>
            </a:r>
            <a:endParaRPr lang="en-US" sz="4600" dirty="0"/>
          </a:p>
        </p:txBody>
      </p:sp>
      <p:sp>
        <p:nvSpPr>
          <p:cNvPr id="19" name="t_349"/>
          <p:cNvSpPr txBox="1"/>
          <p:nvPr/>
        </p:nvSpPr>
        <p:spPr>
          <a:xfrm>
            <a:off x="13651992" y="4315968"/>
            <a:ext cx="3685032" cy="384048"/>
          </a:xfrm>
          <a:prstGeom prst="rect">
            <a:avLst/>
          </a:prstGeom>
          <a:noFill/>
          <a:ln/>
        </p:spPr>
        <p:txBody>
          <a:bodyPr wrap="square" lIns="0" tIns="0" rIns="0" bIns="0" rtlCol="0" anchor="ctr"/>
          <a:lstStyle/>
          <a:p>
            <a:pPr marL="0" indent="0">
              <a:buNone/>
            </a:pPr>
            <a:r>
              <a:rPr lang="en-US" sz="1700" b="1" dirty="0">
                <a:solidFill>
                  <a:srgbClr val="222222"/>
                </a:solidFill>
                <a:latin typeface="Pretendard" pitchFamily="34" charset="0"/>
                <a:ea typeface="Pretendard" pitchFamily="34" charset="-122"/>
                <a:cs typeface="Pretendard" pitchFamily="34" charset="-120"/>
              </a:rPr>
              <a:t>릴랙스 슬랙</a:t>
            </a:r>
            <a:endParaRPr lang="en-US" sz="1700" dirty="0"/>
          </a:p>
        </p:txBody>
      </p:sp>
      <p:sp>
        <p:nvSpPr>
          <p:cNvPr id="20" name="t_350"/>
          <p:cNvSpPr txBox="1"/>
          <p:nvPr/>
        </p:nvSpPr>
        <p:spPr>
          <a:xfrm>
            <a:off x="13651992" y="4736592"/>
            <a:ext cx="3685032" cy="457200"/>
          </a:xfrm>
          <a:prstGeom prst="rect">
            <a:avLst/>
          </a:prstGeom>
          <a:noFill/>
          <a:ln/>
        </p:spPr>
        <p:txBody>
          <a:bodyPr wrap="square" lIns="0" tIns="0" rIns="0" bIns="0" rtlCol="0" anchor="t"/>
          <a:lstStyle/>
          <a:p>
            <a:pPr marL="0" indent="0">
              <a:buNone/>
            </a:pPr>
            <a:r>
              <a:rPr lang="en-US" sz="1300" dirty="0">
                <a:solidFill>
                  <a:srgbClr val="444444"/>
                </a:solidFill>
                <a:latin typeface="Pretendard" pitchFamily="34" charset="0"/>
                <a:ea typeface="Pretendard" pitchFamily="34" charset="-122"/>
                <a:cs typeface="Pretendard" pitchFamily="34" charset="-120"/>
              </a:rPr>
              <a:t>굽혔다 편 뒤 남는 이력</a:t>
            </a:r>
            <a:endParaRPr lang="en-US" sz="1300" dirty="0"/>
          </a:p>
        </p:txBody>
      </p:sp>
      <p:sp>
        <p:nvSpPr>
          <p:cNvPr id="21" name="vb_351"/>
          <p:cNvSpPr/>
          <p:nvPr/>
        </p:nvSpPr>
        <p:spPr>
          <a:xfrm>
            <a:off x="950976" y="5669280"/>
            <a:ext cx="68580" cy="347472"/>
          </a:xfrm>
          <a:prstGeom prst="rect">
            <a:avLst/>
          </a:prstGeom>
          <a:solidFill>
            <a:srgbClr val="6A7E74"/>
          </a:solidFill>
          <a:ln/>
        </p:spPr>
        <p:txBody>
          <a:bodyPr/>
          <a:lstStyle/>
          <a:p>
            <a:endParaRPr lang="ko-KR" altLang="en-US"/>
          </a:p>
        </p:txBody>
      </p:sp>
      <p:sp>
        <p:nvSpPr>
          <p:cNvPr id="22" name="t_352"/>
          <p:cNvSpPr txBox="1"/>
          <p:nvPr/>
        </p:nvSpPr>
        <p:spPr>
          <a:xfrm>
            <a:off x="1152144" y="5632704"/>
            <a:ext cx="7735824" cy="420624"/>
          </a:xfrm>
          <a:prstGeom prst="rect">
            <a:avLst/>
          </a:prstGeom>
          <a:noFill/>
          <a:ln/>
        </p:spPr>
        <p:txBody>
          <a:bodyPr wrap="square" lIns="0" tIns="0" rIns="0" bIns="0" rtlCol="0" anchor="ctr"/>
          <a:lstStyle/>
          <a:p>
            <a:pPr marL="0" indent="0">
              <a:buNone/>
            </a:pPr>
            <a:r>
              <a:rPr lang="en-US" sz="2000" b="1" dirty="0">
                <a:solidFill>
                  <a:srgbClr val="222222"/>
                </a:solidFill>
                <a:latin typeface="Pretendard" pitchFamily="34" charset="0"/>
                <a:ea typeface="Pretendard" pitchFamily="34" charset="-122"/>
                <a:cs typeface="Pretendard" pitchFamily="34" charset="-120"/>
              </a:rPr>
              <a:t>부피 보존을 추정값에서 실제 계산으로</a:t>
            </a:r>
            <a:endParaRPr lang="en-US" sz="2000" dirty="0"/>
          </a:p>
        </p:txBody>
      </p:sp>
      <p:sp>
        <p:nvSpPr>
          <p:cNvPr id="23" name="t_353"/>
          <p:cNvSpPr txBox="1"/>
          <p:nvPr/>
        </p:nvSpPr>
        <p:spPr>
          <a:xfrm>
            <a:off x="1170432" y="6309360"/>
            <a:ext cx="7516368" cy="1188720"/>
          </a:xfrm>
          <a:prstGeom prst="rect">
            <a:avLst/>
          </a:prstGeom>
          <a:noFill/>
          <a:ln/>
        </p:spPr>
        <p:txBody>
          <a:bodyPr wrap="square" lIns="0" tIns="0" rIns="0" bIns="0" rtlCol="0" anchor="t"/>
          <a:lstStyle/>
          <a:p>
            <a:pPr marL="0" indent="0">
              <a:lnSpc>
                <a:spcPct val="160000"/>
              </a:lnSpc>
              <a:buNone/>
            </a:pPr>
            <a:r>
              <a:rPr lang="en-US" sz="1400" dirty="0">
                <a:solidFill>
                  <a:srgbClr val="CDC5B9"/>
                </a:solidFill>
                <a:latin typeface="Pretendard" pitchFamily="34" charset="0"/>
                <a:ea typeface="Pretendard" pitchFamily="34" charset="-122"/>
                <a:cs typeface="Pretendard" pitchFamily="34" charset="-120"/>
              </a:rPr>
              <a:t>1학기   </a:t>
            </a:r>
            <a:r>
              <a:rPr lang="en-US" sz="1700" b="1" dirty="0">
                <a:solidFill>
                  <a:srgbClr val="CDC5B9"/>
                </a:solidFill>
                <a:latin typeface="Consolas" pitchFamily="34" charset="0"/>
                <a:ea typeface="Consolas" pitchFamily="34" charset="-122"/>
                <a:cs typeface="Consolas" pitchFamily="34" charset="-120"/>
              </a:rPr>
              <a:t>1/λ²</a:t>
            </a:r>
            <a:r>
              <a:rPr lang="en-US" sz="1400" dirty="0">
                <a:solidFill>
                  <a:srgbClr val="CDC5B9"/>
                </a:solidFill>
                <a:latin typeface="Pretendard" pitchFamily="34" charset="0"/>
                <a:ea typeface="Pretendard" pitchFamily="34" charset="-122"/>
                <a:cs typeface="Pretendard" pitchFamily="34" charset="-120"/>
              </a:rPr>
              <a:t>   한 방향 신장률만 보고 어림잡은 값</a:t>
            </a:r>
            <a:endParaRPr lang="en-US" sz="1400" dirty="0"/>
          </a:p>
          <a:p>
            <a:pPr marL="0" indent="0">
              <a:lnSpc>
                <a:spcPct val="160000"/>
              </a:lnSpc>
              <a:buNone/>
            </a:pPr>
            <a:r>
              <a:rPr lang="en-US" sz="1400" dirty="0">
                <a:solidFill>
                  <a:srgbClr val="222222"/>
                </a:solidFill>
                <a:latin typeface="Pretendard" pitchFamily="34" charset="0"/>
                <a:ea typeface="Pretendard" pitchFamily="34" charset="-122"/>
                <a:cs typeface="Pretendard" pitchFamily="34" charset="-120"/>
              </a:rPr>
              <a:t>2학기   </a:t>
            </a:r>
            <a:r>
              <a:rPr lang="en-US" sz="1700" b="1" dirty="0">
                <a:solidFill>
                  <a:srgbClr val="466456"/>
                </a:solidFill>
                <a:latin typeface="Consolas" pitchFamily="34" charset="0"/>
                <a:ea typeface="Consolas" pitchFamily="34" charset="-122"/>
                <a:cs typeface="Consolas" pitchFamily="34" charset="-120"/>
              </a:rPr>
              <a:t>1/J</a:t>
            </a:r>
            <a:r>
              <a:rPr lang="en-US" sz="1400" dirty="0">
                <a:solidFill>
                  <a:srgbClr val="222222"/>
                </a:solidFill>
                <a:latin typeface="Pretendard" pitchFamily="34" charset="0"/>
                <a:ea typeface="Pretendard" pitchFamily="34" charset="-122"/>
                <a:cs typeface="Pretendard" pitchFamily="34" charset="-120"/>
              </a:rPr>
              <a:t>   변형 텐서 </a:t>
            </a:r>
            <a:r>
              <a:rPr lang="en-US" sz="1600" b="1" dirty="0">
                <a:solidFill>
                  <a:srgbClr val="466456"/>
                </a:solidFill>
                <a:latin typeface="Consolas" pitchFamily="34" charset="0"/>
                <a:ea typeface="Consolas" pitchFamily="34" charset="-122"/>
                <a:cs typeface="Consolas" pitchFamily="34" charset="-120"/>
              </a:rPr>
              <a:t>C = FᵀF</a:t>
            </a:r>
            <a:r>
              <a:rPr lang="en-US" sz="1400" dirty="0">
                <a:solidFill>
                  <a:srgbClr val="222222"/>
                </a:solidFill>
                <a:latin typeface="Pretendard" pitchFamily="34" charset="0"/>
                <a:ea typeface="Pretendard" pitchFamily="34" charset="-122"/>
                <a:cs typeface="Pretendard" pitchFamily="34" charset="-120"/>
              </a:rPr>
              <a:t> 에서 구한 실제 부피비</a:t>
            </a:r>
            <a:endParaRPr lang="en-US" sz="1400" dirty="0"/>
          </a:p>
        </p:txBody>
      </p:sp>
      <p:sp>
        <p:nvSpPr>
          <p:cNvPr id="24" name="t_354"/>
          <p:cNvSpPr txBox="1"/>
          <p:nvPr/>
        </p:nvSpPr>
        <p:spPr>
          <a:xfrm>
            <a:off x="1170432" y="7461504"/>
            <a:ext cx="7516368" cy="640080"/>
          </a:xfrm>
          <a:prstGeom prst="rect">
            <a:avLst/>
          </a:prstGeom>
          <a:noFill/>
          <a:ln/>
        </p:spPr>
        <p:txBody>
          <a:bodyPr wrap="square" lIns="0" tIns="0" rIns="0" bIns="0" rtlCol="0" anchor="t"/>
          <a:lstStyle/>
          <a:p>
            <a:pPr marL="0" indent="0">
              <a:lnSpc>
                <a:spcPct val="140000"/>
              </a:lnSpc>
              <a:buNone/>
            </a:pPr>
            <a:r>
              <a:rPr lang="en-US" sz="1400" dirty="0">
                <a:solidFill>
                  <a:srgbClr val="444444"/>
                </a:solidFill>
                <a:latin typeface="Pretendard" pitchFamily="34" charset="0"/>
                <a:ea typeface="Pretendard" pitchFamily="34" charset="-122"/>
                <a:cs typeface="Pretendard" pitchFamily="34" charset="-120"/>
              </a:rPr>
              <a:t>세 방향의 변형을 모두 반영하므로, 비틀리는 자세에서 부피가 어긋나지 않는다.</a:t>
            </a:r>
            <a:endParaRPr lang="en-US" sz="1400" dirty="0"/>
          </a:p>
        </p:txBody>
      </p:sp>
      <p:sp>
        <p:nvSpPr>
          <p:cNvPr id="25" name="vb_355"/>
          <p:cNvSpPr/>
          <p:nvPr/>
        </p:nvSpPr>
        <p:spPr>
          <a:xfrm>
            <a:off x="9601200" y="5669280"/>
            <a:ext cx="68580" cy="347472"/>
          </a:xfrm>
          <a:prstGeom prst="rect">
            <a:avLst/>
          </a:prstGeom>
          <a:solidFill>
            <a:srgbClr val="6A7E74"/>
          </a:solidFill>
          <a:ln/>
        </p:spPr>
        <p:txBody>
          <a:bodyPr/>
          <a:lstStyle/>
          <a:p>
            <a:endParaRPr lang="ko-KR" altLang="en-US"/>
          </a:p>
        </p:txBody>
      </p:sp>
      <p:sp>
        <p:nvSpPr>
          <p:cNvPr id="26" name="t_356"/>
          <p:cNvSpPr txBox="1"/>
          <p:nvPr/>
        </p:nvSpPr>
        <p:spPr>
          <a:xfrm>
            <a:off x="9802368" y="5632704"/>
            <a:ext cx="7735824" cy="420624"/>
          </a:xfrm>
          <a:prstGeom prst="rect">
            <a:avLst/>
          </a:prstGeom>
          <a:noFill/>
          <a:ln/>
        </p:spPr>
        <p:txBody>
          <a:bodyPr wrap="square" lIns="0" tIns="0" rIns="0" bIns="0" rtlCol="0" anchor="ctr"/>
          <a:lstStyle/>
          <a:p>
            <a:pPr marL="0" indent="0">
              <a:buNone/>
            </a:pPr>
            <a:r>
              <a:rPr lang="en-US" sz="2000" b="1" dirty="0">
                <a:solidFill>
                  <a:srgbClr val="222222"/>
                </a:solidFill>
                <a:latin typeface="Pretendard" pitchFamily="34" charset="0"/>
                <a:ea typeface="Pretendard" pitchFamily="34" charset="-122"/>
                <a:cs typeface="Pretendard" pitchFamily="34" charset="-120"/>
              </a:rPr>
              <a:t>이력 주름 — 폈다 놓아도 바로 사라지지 않는다</a:t>
            </a:r>
            <a:endParaRPr lang="en-US" sz="2000" dirty="0"/>
          </a:p>
        </p:txBody>
      </p:sp>
      <p:sp>
        <p:nvSpPr>
          <p:cNvPr id="27" name="t_357"/>
          <p:cNvSpPr txBox="1"/>
          <p:nvPr/>
        </p:nvSpPr>
        <p:spPr>
          <a:xfrm>
            <a:off x="9820656" y="6309360"/>
            <a:ext cx="7516368" cy="1828800"/>
          </a:xfrm>
          <a:prstGeom prst="rect">
            <a:avLst/>
          </a:prstGeom>
          <a:noFill/>
          <a:ln/>
        </p:spPr>
        <p:txBody>
          <a:bodyPr wrap="square" lIns="0" tIns="0" rIns="0" bIns="0" rtlCol="0" anchor="t"/>
          <a:lstStyle/>
          <a:p>
            <a:pPr marL="228600" indent="-228600" algn="l">
              <a:lnSpc>
                <a:spcPct val="135000"/>
              </a:lnSpc>
              <a:spcAft>
                <a:spcPts val="1100"/>
              </a:spcAft>
              <a:buSzPct val="100000"/>
              <a:buChar char="•"/>
            </a:pPr>
            <a:r>
              <a:rPr lang="en-US" sz="1450" dirty="0">
                <a:solidFill>
                  <a:srgbClr val="444444"/>
                </a:solidFill>
                <a:latin typeface="Pretendard" pitchFamily="34" charset="0"/>
                <a:ea typeface="Pretendard" pitchFamily="34" charset="-122"/>
                <a:cs typeface="Pretendard" pitchFamily="34" charset="-120"/>
              </a:rPr>
              <a:t>RelaxState 를 프레임 간 유지해, 굽혔다 편 직후에도 주름이 남는다</a:t>
            </a:r>
            <a:endParaRPr lang="en-US" sz="1450" dirty="0"/>
          </a:p>
          <a:p>
            <a:pPr marL="228600" indent="-228600" algn="l">
              <a:lnSpc>
                <a:spcPct val="135000"/>
              </a:lnSpc>
              <a:spcAft>
                <a:spcPts val="1100"/>
              </a:spcAft>
              <a:buSzPct val="100000"/>
              <a:buChar char="•"/>
            </a:pPr>
            <a:r>
              <a:rPr lang="en-US" sz="1450" dirty="0">
                <a:solidFill>
                  <a:srgbClr val="444444"/>
                </a:solidFill>
                <a:latin typeface="Pretendard" pitchFamily="34" charset="0"/>
                <a:ea typeface="Pretendard" pitchFamily="34" charset="-122"/>
                <a:cs typeface="Pretendard" pitchFamily="34" charset="-120"/>
              </a:rPr>
              <a:t>감쇠 시간 약 0.9초 — </a:t>
            </a:r>
            <a:r>
              <a:rPr lang="en-US" sz="1450" dirty="0" err="1">
                <a:solidFill>
                  <a:srgbClr val="444444"/>
                </a:solidFill>
                <a:latin typeface="Pretendard" pitchFamily="34" charset="0"/>
                <a:ea typeface="Pretendard" pitchFamily="34" charset="-122"/>
                <a:cs typeface="Pretendard" pitchFamily="34" charset="-120"/>
              </a:rPr>
              <a:t>실제</a:t>
            </a:r>
            <a:r>
              <a:rPr lang="en-US" sz="1450" dirty="0">
                <a:solidFill>
                  <a:srgbClr val="444444"/>
                </a:solidFill>
                <a:latin typeface="Pretendard" pitchFamily="34" charset="0"/>
                <a:ea typeface="Pretendard" pitchFamily="34" charset="-122"/>
                <a:cs typeface="Pretendard" pitchFamily="34" charset="-120"/>
              </a:rPr>
              <a:t> </a:t>
            </a:r>
            <a:r>
              <a:rPr lang="en-US" sz="1450" dirty="0" err="1">
                <a:solidFill>
                  <a:srgbClr val="444444"/>
                </a:solidFill>
                <a:latin typeface="Pretendard" pitchFamily="34" charset="0"/>
                <a:ea typeface="Pretendard" pitchFamily="34" charset="-122"/>
                <a:cs typeface="Pretendard" pitchFamily="34" charset="-120"/>
              </a:rPr>
              <a:t>피부</a:t>
            </a:r>
            <a:r>
              <a:rPr lang="ko-KR" altLang="en-US" sz="1450" dirty="0">
                <a:solidFill>
                  <a:srgbClr val="444444"/>
                </a:solidFill>
                <a:latin typeface="Pretendard" pitchFamily="34" charset="0"/>
                <a:ea typeface="Pretendard" pitchFamily="34" charset="-122"/>
                <a:cs typeface="Pretendard" pitchFamily="34" charset="-120"/>
              </a:rPr>
              <a:t>와 </a:t>
            </a:r>
            <a:r>
              <a:rPr lang="ko-KR" altLang="en-US" sz="1450" dirty="0" err="1">
                <a:solidFill>
                  <a:srgbClr val="444444"/>
                </a:solidFill>
                <a:latin typeface="Pretendard" pitchFamily="34" charset="0"/>
                <a:ea typeface="Pretendard" pitchFamily="34" charset="-122"/>
                <a:cs typeface="Pretendard" pitchFamily="34" charset="-120"/>
              </a:rPr>
              <a:t>비슷해보이도록</a:t>
            </a:r>
            <a:r>
              <a:rPr lang="ko-KR" altLang="en-US" sz="1450" dirty="0">
                <a:solidFill>
                  <a:srgbClr val="444444"/>
                </a:solidFill>
                <a:latin typeface="Pretendard" pitchFamily="34" charset="0"/>
                <a:ea typeface="Pretendard" pitchFamily="34" charset="-122"/>
                <a:cs typeface="Pretendard" pitchFamily="34" charset="-120"/>
              </a:rPr>
              <a:t> 설정</a:t>
            </a:r>
            <a:endParaRPr lang="en-US" sz="1450" dirty="0"/>
          </a:p>
        </p:txBody>
      </p:sp>
      <p:sp>
        <p:nvSpPr>
          <p:cNvPr id="28" name="Slide Number Placeholder 0"/>
          <p:cNvSpPr>
            <a:spLocks noGrp="1"/>
          </p:cNvSpPr>
          <p:nvPr>
            <p:ph type="sldNum" sz="quarter" idx="4294967295"/>
          </p:nvPr>
        </p:nvSpPr>
        <p:spPr>
          <a:xfrm>
            <a:off x="16733520" y="9582912"/>
            <a:ext cx="603504"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CDC5B9"/>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950976" y="749808"/>
            <a:ext cx="9144000" cy="384048"/>
          </a:xfrm>
          <a:prstGeom prst="rect">
            <a:avLst/>
          </a:prstGeom>
          <a:noFill/>
          <a:ln/>
        </p:spPr>
        <p:txBody>
          <a:bodyPr wrap="square" lIns="0" tIns="0" rIns="0" bIns="0" rtlCol="0" anchor="ctr"/>
          <a:lstStyle/>
          <a:p>
            <a:pPr marL="0" indent="0" algn="l">
              <a:buNone/>
            </a:pPr>
            <a:r>
              <a:rPr lang="en-US" sz="1800" kern="0" spc="60" dirty="0">
                <a:solidFill>
                  <a:srgbClr val="BACCC3"/>
                </a:solidFill>
                <a:latin typeface="Pretendard" pitchFamily="34" charset="0"/>
                <a:ea typeface="Pretendard" pitchFamily="34" charset="-122"/>
                <a:cs typeface="Pretendard" pitchFamily="34" charset="-120"/>
              </a:rPr>
              <a:t>Chapter 4.</a:t>
            </a:r>
            <a:endParaRPr lang="en-US" sz="1800" dirty="0"/>
          </a:p>
        </p:txBody>
      </p:sp>
      <p:sp>
        <p:nvSpPr>
          <p:cNvPr id="3" name="Text 0"/>
          <p:cNvSpPr txBox="1">
            <a:spLocks noGrp="1"/>
          </p:cNvSpPr>
          <p:nvPr>
            <p:ph type="title" idx="101" hasCustomPrompt="1"/>
          </p:nvPr>
        </p:nvSpPr>
        <p:spPr>
          <a:xfrm>
            <a:off x="950976" y="1152144"/>
            <a:ext cx="12435840" cy="713232"/>
          </a:xfrm>
          <a:prstGeom prst="rect">
            <a:avLst/>
          </a:prstGeom>
          <a:noFill/>
          <a:ln/>
        </p:spPr>
        <p:txBody>
          <a:bodyPr wrap="square" lIns="0" tIns="0" rIns="0" bIns="0" rtlCol="0" anchor="ctr"/>
          <a:lstStyle/>
          <a:p>
            <a:pPr marL="0" indent="0" algn="l">
              <a:buNone/>
            </a:pPr>
            <a:r>
              <a:rPr lang="en-US" sz="3800" b="1" dirty="0">
                <a:solidFill>
                  <a:srgbClr val="6A7E74"/>
                </a:solidFill>
                <a:latin typeface="Pretendard" pitchFamily="34" charset="0"/>
                <a:ea typeface="Pretendard" pitchFamily="34" charset="-122"/>
                <a:cs typeface="Pretendard" pitchFamily="34" charset="-120"/>
              </a:rPr>
              <a:t>손등과 손바닥은 반대로 동작한다</a:t>
            </a:r>
            <a:endParaRPr lang="en-US" sz="3800" dirty="0"/>
          </a:p>
        </p:txBody>
      </p:sp>
      <p:sp>
        <p:nvSpPr>
          <p:cNvPr id="4" name="band_360"/>
          <p:cNvSpPr/>
          <p:nvPr/>
        </p:nvSpPr>
        <p:spPr>
          <a:xfrm>
            <a:off x="950976" y="2523744"/>
            <a:ext cx="16386048" cy="1042416"/>
          </a:xfrm>
          <a:prstGeom prst="roundRect">
            <a:avLst>
              <a:gd name="adj" fmla="val 10526"/>
            </a:avLst>
          </a:prstGeom>
          <a:solidFill>
            <a:srgbClr val="E4DFD8"/>
          </a:solidFill>
          <a:ln/>
        </p:spPr>
        <p:txBody>
          <a:bodyPr/>
          <a:lstStyle/>
          <a:p>
            <a:endParaRPr lang="ko-KR" altLang="en-US"/>
          </a:p>
        </p:txBody>
      </p:sp>
      <p:sp>
        <p:nvSpPr>
          <p:cNvPr id="5" name="t_361"/>
          <p:cNvSpPr txBox="1"/>
          <p:nvPr/>
        </p:nvSpPr>
        <p:spPr>
          <a:xfrm>
            <a:off x="1353312" y="2724912"/>
            <a:ext cx="15581376" cy="640080"/>
          </a:xfrm>
          <a:prstGeom prst="rect">
            <a:avLst/>
          </a:prstGeom>
          <a:noFill/>
          <a:ln/>
        </p:spPr>
        <p:txBody>
          <a:bodyPr wrap="square" lIns="0" tIns="0" rIns="0" bIns="0" rtlCol="0" anchor="ctr"/>
          <a:lstStyle/>
          <a:p>
            <a:pPr marL="0" indent="0">
              <a:lnSpc>
                <a:spcPct val="140000"/>
              </a:lnSpc>
              <a:buNone/>
            </a:pPr>
            <a:r>
              <a:rPr lang="en-US" sz="1650" dirty="0">
                <a:solidFill>
                  <a:srgbClr val="222222"/>
                </a:solidFill>
                <a:latin typeface="Pretendard" pitchFamily="34" charset="0"/>
                <a:ea typeface="Pretendard" pitchFamily="34" charset="-122"/>
                <a:cs typeface="Pretendard" pitchFamily="34" charset="-120"/>
              </a:rPr>
              <a:t>손가락을 굽히면 손등 피부는 당겨지고 손바닥 피부는 접힌다. 같은 관절인데 주름이 생기는 조건이 정반대라, 셰이더에서 이중 게이트로 분기한다.</a:t>
            </a:r>
            <a:endParaRPr lang="en-US" sz="1650" dirty="0"/>
          </a:p>
        </p:txBody>
      </p:sp>
      <p:sp>
        <p:nvSpPr>
          <p:cNvPr id="6" name="hl_362"/>
          <p:cNvSpPr/>
          <p:nvPr/>
        </p:nvSpPr>
        <p:spPr>
          <a:xfrm>
            <a:off x="950976" y="3986784"/>
            <a:ext cx="7735824" cy="0"/>
          </a:xfrm>
          <a:prstGeom prst="line">
            <a:avLst/>
          </a:prstGeom>
          <a:noFill/>
          <a:ln w="30480">
            <a:solidFill>
              <a:srgbClr val="6A7E74"/>
            </a:solidFill>
            <a:prstDash val="solid"/>
          </a:ln>
        </p:spPr>
        <p:txBody>
          <a:bodyPr/>
          <a:lstStyle/>
          <a:p>
            <a:endParaRPr lang="ko-KR" altLang="en-US"/>
          </a:p>
        </p:txBody>
      </p:sp>
      <p:sp>
        <p:nvSpPr>
          <p:cNvPr id="7" name="t_363"/>
          <p:cNvSpPr txBox="1"/>
          <p:nvPr/>
        </p:nvSpPr>
        <p:spPr>
          <a:xfrm>
            <a:off x="950976" y="4187952"/>
            <a:ext cx="7735824" cy="548640"/>
          </a:xfrm>
          <a:prstGeom prst="rect">
            <a:avLst/>
          </a:prstGeom>
          <a:noFill/>
          <a:ln/>
        </p:spPr>
        <p:txBody>
          <a:bodyPr wrap="square" lIns="0" tIns="0" rIns="0" bIns="0" rtlCol="0" anchor="ctr"/>
          <a:lstStyle/>
          <a:p>
            <a:pPr marL="0" indent="0">
              <a:buNone/>
            </a:pPr>
            <a:r>
              <a:rPr lang="en-US" sz="2800" b="1" dirty="0">
                <a:solidFill>
                  <a:srgbClr val="6A7E74"/>
                </a:solidFill>
                <a:latin typeface="Pretendard" pitchFamily="34" charset="0"/>
                <a:ea typeface="Pretendard" pitchFamily="34" charset="-122"/>
                <a:cs typeface="Pretendard" pitchFamily="34" charset="-120"/>
              </a:rPr>
              <a:t>손등</a:t>
            </a:r>
            <a:endParaRPr lang="en-US" sz="2800" dirty="0"/>
          </a:p>
        </p:txBody>
      </p:sp>
      <p:sp>
        <p:nvSpPr>
          <p:cNvPr id="8" name="t_364"/>
          <p:cNvSpPr txBox="1"/>
          <p:nvPr/>
        </p:nvSpPr>
        <p:spPr>
          <a:xfrm>
            <a:off x="950976" y="4791456"/>
            <a:ext cx="7735824" cy="384048"/>
          </a:xfrm>
          <a:prstGeom prst="rect">
            <a:avLst/>
          </a:prstGeom>
          <a:noFill/>
          <a:ln/>
        </p:spPr>
        <p:txBody>
          <a:bodyPr wrap="square" lIns="0" tIns="0" rIns="0" bIns="0" rtlCol="0" anchor="ctr"/>
          <a:lstStyle/>
          <a:p>
            <a:pPr marL="0" indent="0">
              <a:buNone/>
            </a:pPr>
            <a:r>
              <a:rPr lang="en-US" sz="1700" b="1" dirty="0">
                <a:solidFill>
                  <a:srgbClr val="222222"/>
                </a:solidFill>
                <a:latin typeface="Pretendard" pitchFamily="34" charset="0"/>
                <a:ea typeface="Pretendard" pitchFamily="34" charset="-122"/>
                <a:cs typeface="Pretendard" pitchFamily="34" charset="-120"/>
              </a:rPr>
              <a:t>굽힐수록 늘어난다</a:t>
            </a:r>
            <a:endParaRPr lang="en-US" sz="1700" dirty="0"/>
          </a:p>
        </p:txBody>
      </p:sp>
      <p:sp>
        <p:nvSpPr>
          <p:cNvPr id="9" name="t_365"/>
          <p:cNvSpPr txBox="1"/>
          <p:nvPr/>
        </p:nvSpPr>
        <p:spPr>
          <a:xfrm>
            <a:off x="950976" y="5230368"/>
            <a:ext cx="7735824" cy="822960"/>
          </a:xfrm>
          <a:prstGeom prst="rect">
            <a:avLst/>
          </a:prstGeom>
          <a:noFill/>
          <a:ln/>
        </p:spPr>
        <p:txBody>
          <a:bodyPr wrap="square" lIns="0" tIns="0" rIns="0" bIns="0" rtlCol="0" anchor="t"/>
          <a:lstStyle/>
          <a:p>
            <a:pPr marL="0" indent="0">
              <a:lnSpc>
                <a:spcPct val="140000"/>
              </a:lnSpc>
              <a:buNone/>
            </a:pPr>
            <a:r>
              <a:rPr lang="en-US" sz="1400" dirty="0">
                <a:solidFill>
                  <a:srgbClr val="444444"/>
                </a:solidFill>
                <a:latin typeface="Pretendard" pitchFamily="34" charset="0"/>
                <a:ea typeface="Pretendard" pitchFamily="34" charset="-122"/>
                <a:cs typeface="Pretendard" pitchFamily="34" charset="-120"/>
              </a:rPr>
              <a:t>신장(R) 채널이 올라가는 쪽에서 주름을 만든다. 마디 위로 가로줄이 선다.</a:t>
            </a:r>
            <a:endParaRPr lang="en-US" sz="1400" dirty="0"/>
          </a:p>
        </p:txBody>
      </p:sp>
      <p:sp>
        <p:nvSpPr>
          <p:cNvPr id="10" name="hl_366"/>
          <p:cNvSpPr/>
          <p:nvPr/>
        </p:nvSpPr>
        <p:spPr>
          <a:xfrm>
            <a:off x="9601200" y="3986784"/>
            <a:ext cx="7735824" cy="0"/>
          </a:xfrm>
          <a:prstGeom prst="line">
            <a:avLst/>
          </a:prstGeom>
          <a:noFill/>
          <a:ln w="30480">
            <a:solidFill>
              <a:srgbClr val="466456"/>
            </a:solidFill>
            <a:prstDash val="solid"/>
          </a:ln>
        </p:spPr>
        <p:txBody>
          <a:bodyPr/>
          <a:lstStyle/>
          <a:p>
            <a:endParaRPr lang="ko-KR" altLang="en-US"/>
          </a:p>
        </p:txBody>
      </p:sp>
      <p:sp>
        <p:nvSpPr>
          <p:cNvPr id="11" name="t_367"/>
          <p:cNvSpPr txBox="1"/>
          <p:nvPr/>
        </p:nvSpPr>
        <p:spPr>
          <a:xfrm>
            <a:off x="9601200" y="4187952"/>
            <a:ext cx="7735824" cy="548640"/>
          </a:xfrm>
          <a:prstGeom prst="rect">
            <a:avLst/>
          </a:prstGeom>
          <a:noFill/>
          <a:ln/>
        </p:spPr>
        <p:txBody>
          <a:bodyPr wrap="square" lIns="0" tIns="0" rIns="0" bIns="0" rtlCol="0" anchor="ctr"/>
          <a:lstStyle/>
          <a:p>
            <a:pPr marL="0" indent="0">
              <a:buNone/>
            </a:pPr>
            <a:r>
              <a:rPr lang="en-US" sz="2800" b="1" dirty="0">
                <a:solidFill>
                  <a:srgbClr val="466456"/>
                </a:solidFill>
                <a:latin typeface="Pretendard" pitchFamily="34" charset="0"/>
                <a:ea typeface="Pretendard" pitchFamily="34" charset="-122"/>
                <a:cs typeface="Pretendard" pitchFamily="34" charset="-120"/>
              </a:rPr>
              <a:t>손바닥</a:t>
            </a:r>
            <a:endParaRPr lang="en-US" sz="2800" dirty="0"/>
          </a:p>
        </p:txBody>
      </p:sp>
      <p:sp>
        <p:nvSpPr>
          <p:cNvPr id="12" name="t_368"/>
          <p:cNvSpPr txBox="1"/>
          <p:nvPr/>
        </p:nvSpPr>
        <p:spPr>
          <a:xfrm>
            <a:off x="9601200" y="4791456"/>
            <a:ext cx="7735824" cy="384048"/>
          </a:xfrm>
          <a:prstGeom prst="rect">
            <a:avLst/>
          </a:prstGeom>
          <a:noFill/>
          <a:ln/>
        </p:spPr>
        <p:txBody>
          <a:bodyPr wrap="square" lIns="0" tIns="0" rIns="0" bIns="0" rtlCol="0" anchor="ctr"/>
          <a:lstStyle/>
          <a:p>
            <a:pPr marL="0" indent="0">
              <a:buNone/>
            </a:pPr>
            <a:r>
              <a:rPr lang="en-US" sz="1700" b="1" dirty="0">
                <a:solidFill>
                  <a:srgbClr val="222222"/>
                </a:solidFill>
                <a:latin typeface="Pretendard" pitchFamily="34" charset="0"/>
                <a:ea typeface="Pretendard" pitchFamily="34" charset="-122"/>
                <a:cs typeface="Pretendard" pitchFamily="34" charset="-120"/>
              </a:rPr>
              <a:t>굽힐수록 접힌다</a:t>
            </a:r>
            <a:endParaRPr lang="en-US" sz="1700" dirty="0"/>
          </a:p>
        </p:txBody>
      </p:sp>
      <p:sp>
        <p:nvSpPr>
          <p:cNvPr id="13" name="t_369"/>
          <p:cNvSpPr txBox="1"/>
          <p:nvPr/>
        </p:nvSpPr>
        <p:spPr>
          <a:xfrm>
            <a:off x="9601200" y="5230368"/>
            <a:ext cx="7735824" cy="822960"/>
          </a:xfrm>
          <a:prstGeom prst="rect">
            <a:avLst/>
          </a:prstGeom>
          <a:noFill/>
          <a:ln/>
        </p:spPr>
        <p:txBody>
          <a:bodyPr wrap="square" lIns="0" tIns="0" rIns="0" bIns="0" rtlCol="0" anchor="t"/>
          <a:lstStyle/>
          <a:p>
            <a:pPr marL="0" indent="0">
              <a:lnSpc>
                <a:spcPct val="140000"/>
              </a:lnSpc>
              <a:buNone/>
            </a:pPr>
            <a:r>
              <a:rPr lang="en-US" sz="1400" dirty="0">
                <a:solidFill>
                  <a:srgbClr val="444444"/>
                </a:solidFill>
                <a:latin typeface="Pretendard" pitchFamily="34" charset="0"/>
                <a:ea typeface="Pretendard" pitchFamily="34" charset="-122"/>
                <a:cs typeface="Pretendard" pitchFamily="34" charset="-120"/>
              </a:rPr>
              <a:t>압축(G·B) 채널이 올라가는 쪽에서 주름을 만든다. 손바닥 접힘선은 Phase 4 에서 해결했다.</a:t>
            </a:r>
            <a:endParaRPr lang="en-US" sz="1400" dirty="0"/>
          </a:p>
        </p:txBody>
      </p:sp>
      <p:sp>
        <p:nvSpPr>
          <p:cNvPr id="14" name="hl_370"/>
          <p:cNvSpPr/>
          <p:nvPr/>
        </p:nvSpPr>
        <p:spPr>
          <a:xfrm>
            <a:off x="950976" y="6729984"/>
            <a:ext cx="3643884" cy="0"/>
          </a:xfrm>
          <a:prstGeom prst="line">
            <a:avLst/>
          </a:prstGeom>
          <a:noFill/>
          <a:ln w="17780">
            <a:solidFill>
              <a:srgbClr val="466456"/>
            </a:solidFill>
            <a:prstDash val="solid"/>
          </a:ln>
        </p:spPr>
        <p:txBody>
          <a:bodyPr/>
          <a:lstStyle/>
          <a:p>
            <a:endParaRPr lang="ko-KR" altLang="en-US"/>
          </a:p>
        </p:txBody>
      </p:sp>
      <p:sp>
        <p:nvSpPr>
          <p:cNvPr id="15" name="t_371"/>
          <p:cNvSpPr txBox="1"/>
          <p:nvPr/>
        </p:nvSpPr>
        <p:spPr>
          <a:xfrm>
            <a:off x="950976" y="6931152"/>
            <a:ext cx="3643884" cy="676656"/>
          </a:xfrm>
          <a:prstGeom prst="rect">
            <a:avLst/>
          </a:prstGeom>
          <a:noFill/>
          <a:ln/>
        </p:spPr>
        <p:txBody>
          <a:bodyPr wrap="square" lIns="0" tIns="0" rIns="0" bIns="0" rtlCol="0" anchor="ctr"/>
          <a:lstStyle/>
          <a:p>
            <a:pPr marL="0" indent="0" algn="l">
              <a:buNone/>
            </a:pPr>
            <a:r>
              <a:rPr lang="en-US" sz="3000" b="1" dirty="0">
                <a:solidFill>
                  <a:srgbClr val="466456"/>
                </a:solidFill>
                <a:latin typeface="Pretendard" pitchFamily="34" charset="0"/>
                <a:ea typeface="Pretendard" pitchFamily="34" charset="-122"/>
                <a:cs typeface="Pretendard" pitchFamily="34" charset="-120"/>
              </a:rPr>
              <a:t>Phase 7</a:t>
            </a:r>
            <a:endParaRPr lang="en-US" sz="3000" dirty="0"/>
          </a:p>
        </p:txBody>
      </p:sp>
      <p:sp>
        <p:nvSpPr>
          <p:cNvPr id="16" name="t_372"/>
          <p:cNvSpPr txBox="1"/>
          <p:nvPr/>
        </p:nvSpPr>
        <p:spPr>
          <a:xfrm>
            <a:off x="950976" y="7662672"/>
            <a:ext cx="3643884" cy="694944"/>
          </a:xfrm>
          <a:prstGeom prst="rect">
            <a:avLst/>
          </a:prstGeom>
          <a:noFill/>
          <a:ln/>
        </p:spPr>
        <p:txBody>
          <a:bodyPr wrap="square" lIns="0" tIns="0" rIns="0" bIns="0" rtlCol="0" anchor="t"/>
          <a:lstStyle/>
          <a:p>
            <a:pPr marL="0" indent="0" algn="l">
              <a:lnSpc>
                <a:spcPct val="135000"/>
              </a:lnSpc>
              <a:buNone/>
            </a:pPr>
            <a:endParaRPr lang="en-US" sz="1350" dirty="0"/>
          </a:p>
        </p:txBody>
      </p:sp>
      <p:sp>
        <p:nvSpPr>
          <p:cNvPr id="17" name="hl_373"/>
          <p:cNvSpPr/>
          <p:nvPr/>
        </p:nvSpPr>
        <p:spPr>
          <a:xfrm>
            <a:off x="5198364" y="6729984"/>
            <a:ext cx="3643884" cy="0"/>
          </a:xfrm>
          <a:prstGeom prst="line">
            <a:avLst/>
          </a:prstGeom>
          <a:noFill/>
          <a:ln w="17780">
            <a:solidFill>
              <a:srgbClr val="CDC5B9"/>
            </a:solidFill>
            <a:prstDash val="solid"/>
          </a:ln>
        </p:spPr>
        <p:txBody>
          <a:bodyPr/>
          <a:lstStyle/>
          <a:p>
            <a:endParaRPr lang="ko-KR" altLang="en-US"/>
          </a:p>
        </p:txBody>
      </p:sp>
      <p:sp>
        <p:nvSpPr>
          <p:cNvPr id="18" name="t_374"/>
          <p:cNvSpPr txBox="1"/>
          <p:nvPr/>
        </p:nvSpPr>
        <p:spPr>
          <a:xfrm>
            <a:off x="5198364" y="6931152"/>
            <a:ext cx="3643884" cy="676656"/>
          </a:xfrm>
          <a:prstGeom prst="rect">
            <a:avLst/>
          </a:prstGeom>
          <a:noFill/>
          <a:ln/>
        </p:spPr>
        <p:txBody>
          <a:bodyPr wrap="square" lIns="0" tIns="0" rIns="0" bIns="0" rtlCol="0" anchor="ctr"/>
          <a:lstStyle/>
          <a:p>
            <a:pPr marL="0" indent="0" algn="l">
              <a:buNone/>
            </a:pPr>
            <a:r>
              <a:rPr lang="en-US" sz="3200" b="1" dirty="0">
                <a:solidFill>
                  <a:srgbClr val="222222"/>
                </a:solidFill>
                <a:latin typeface="Pretendard" pitchFamily="34" charset="0"/>
                <a:ea typeface="Pretendard" pitchFamily="34" charset="-122"/>
                <a:cs typeface="Pretendard" pitchFamily="34" charset="-120"/>
              </a:rPr>
              <a:t>74,186</a:t>
            </a:r>
            <a:endParaRPr lang="en-US" sz="3200" dirty="0"/>
          </a:p>
        </p:txBody>
      </p:sp>
      <p:sp>
        <p:nvSpPr>
          <p:cNvPr id="19" name="t_375"/>
          <p:cNvSpPr txBox="1"/>
          <p:nvPr/>
        </p:nvSpPr>
        <p:spPr>
          <a:xfrm>
            <a:off x="5198364" y="7662672"/>
            <a:ext cx="3643884" cy="694944"/>
          </a:xfrm>
          <a:prstGeom prst="rect">
            <a:avLst/>
          </a:prstGeom>
          <a:noFill/>
          <a:ln/>
        </p:spPr>
        <p:txBody>
          <a:bodyPr wrap="square" lIns="0" tIns="0" rIns="0" bIns="0" rtlCol="0" anchor="t"/>
          <a:lstStyle/>
          <a:p>
            <a:pPr marL="0" indent="0" algn="l">
              <a:lnSpc>
                <a:spcPct val="135000"/>
              </a:lnSpc>
              <a:buNone/>
            </a:pPr>
            <a:r>
              <a:rPr lang="en-US" sz="1350" dirty="0">
                <a:solidFill>
                  <a:srgbClr val="444444"/>
                </a:solidFill>
                <a:latin typeface="Pretendard" pitchFamily="34" charset="0"/>
                <a:ea typeface="Pretendard" pitchFamily="34" charset="-122"/>
                <a:cs typeface="Pretendard" pitchFamily="34" charset="-120"/>
              </a:rPr>
              <a:t>고밀도 메시 정점 수</a:t>
            </a:r>
            <a:endParaRPr lang="en-US" sz="1350" dirty="0"/>
          </a:p>
          <a:p>
            <a:pPr marL="0" indent="0" algn="l">
              <a:lnSpc>
                <a:spcPct val="135000"/>
              </a:lnSpc>
              <a:buNone/>
            </a:pPr>
            <a:r>
              <a:rPr lang="en-US" sz="1350" dirty="0">
                <a:solidFill>
                  <a:srgbClr val="444444"/>
                </a:solidFill>
                <a:latin typeface="Pretendard" pitchFamily="34" charset="0"/>
                <a:ea typeface="Pretendard" pitchFamily="34" charset="-122"/>
                <a:cs typeface="Pretendard" pitchFamily="34" charset="-120"/>
              </a:rPr>
              <a:t>SKM_MH_Hand_R_Dense</a:t>
            </a:r>
            <a:endParaRPr lang="en-US" sz="1350" dirty="0"/>
          </a:p>
        </p:txBody>
      </p:sp>
      <p:sp>
        <p:nvSpPr>
          <p:cNvPr id="20" name="hl_376"/>
          <p:cNvSpPr/>
          <p:nvPr/>
        </p:nvSpPr>
        <p:spPr>
          <a:xfrm>
            <a:off x="9445752" y="6729984"/>
            <a:ext cx="3643884" cy="0"/>
          </a:xfrm>
          <a:prstGeom prst="line">
            <a:avLst/>
          </a:prstGeom>
          <a:noFill/>
          <a:ln w="17780">
            <a:solidFill>
              <a:srgbClr val="CDC5B9"/>
            </a:solidFill>
            <a:prstDash val="solid"/>
          </a:ln>
        </p:spPr>
        <p:txBody>
          <a:bodyPr/>
          <a:lstStyle/>
          <a:p>
            <a:endParaRPr lang="ko-KR" altLang="en-US"/>
          </a:p>
        </p:txBody>
      </p:sp>
      <p:sp>
        <p:nvSpPr>
          <p:cNvPr id="21" name="t_377"/>
          <p:cNvSpPr txBox="1"/>
          <p:nvPr/>
        </p:nvSpPr>
        <p:spPr>
          <a:xfrm>
            <a:off x="9445752" y="6931152"/>
            <a:ext cx="3643884" cy="676656"/>
          </a:xfrm>
          <a:prstGeom prst="rect">
            <a:avLst/>
          </a:prstGeom>
          <a:noFill/>
          <a:ln/>
        </p:spPr>
        <p:txBody>
          <a:bodyPr wrap="square" lIns="0" tIns="0" rIns="0" bIns="0" rtlCol="0" anchor="ctr"/>
          <a:lstStyle/>
          <a:p>
            <a:pPr marL="0" indent="0" algn="l">
              <a:buNone/>
            </a:pPr>
            <a:r>
              <a:rPr lang="en-US" sz="3000" b="1" dirty="0">
                <a:solidFill>
                  <a:srgbClr val="222222"/>
                </a:solidFill>
                <a:latin typeface="Pretendard" pitchFamily="34" charset="0"/>
                <a:ea typeface="Pretendard" pitchFamily="34" charset="-122"/>
                <a:cs typeface="Pretendard" pitchFamily="34" charset="-120"/>
              </a:rPr>
              <a:t>3.7~4.6</a:t>
            </a:r>
            <a:r>
              <a:rPr lang="en-US" sz="1700" b="1" dirty="0">
                <a:solidFill>
                  <a:srgbClr val="222222"/>
                </a:solidFill>
                <a:latin typeface="Pretendard" pitchFamily="34" charset="0"/>
                <a:ea typeface="Pretendard" pitchFamily="34" charset="-122"/>
                <a:cs typeface="Pretendard" pitchFamily="34" charset="-120"/>
              </a:rPr>
              <a:t> ms</a:t>
            </a:r>
            <a:endParaRPr lang="en-US" sz="3000" dirty="0"/>
          </a:p>
        </p:txBody>
      </p:sp>
      <p:sp>
        <p:nvSpPr>
          <p:cNvPr id="22" name="t_378"/>
          <p:cNvSpPr txBox="1"/>
          <p:nvPr/>
        </p:nvSpPr>
        <p:spPr>
          <a:xfrm>
            <a:off x="9445752" y="7662672"/>
            <a:ext cx="3643884" cy="694944"/>
          </a:xfrm>
          <a:prstGeom prst="rect">
            <a:avLst/>
          </a:prstGeom>
          <a:noFill/>
          <a:ln/>
        </p:spPr>
        <p:txBody>
          <a:bodyPr wrap="square" lIns="0" tIns="0" rIns="0" bIns="0" rtlCol="0" anchor="t"/>
          <a:lstStyle/>
          <a:p>
            <a:pPr marL="0" indent="0" algn="l">
              <a:lnSpc>
                <a:spcPct val="135000"/>
              </a:lnSpc>
              <a:buNone/>
            </a:pPr>
            <a:r>
              <a:rPr lang="en-US" sz="1350" dirty="0">
                <a:solidFill>
                  <a:srgbClr val="444444"/>
                </a:solidFill>
                <a:latin typeface="Pretendard" pitchFamily="34" charset="0"/>
                <a:ea typeface="Pretendard" pitchFamily="34" charset="-122"/>
                <a:cs typeface="Pretendard" pitchFamily="34" charset="-120"/>
              </a:rPr>
              <a:t>전체 GPU 시간 — </a:t>
            </a:r>
            <a:r>
              <a:rPr lang="en-US" sz="1350" dirty="0" err="1">
                <a:solidFill>
                  <a:srgbClr val="444444"/>
                </a:solidFill>
                <a:latin typeface="Pretendard" pitchFamily="34" charset="0"/>
                <a:ea typeface="Pretendard" pitchFamily="34" charset="-122"/>
                <a:cs typeface="Pretendard" pitchFamily="34" charset="-120"/>
              </a:rPr>
              <a:t>아직</a:t>
            </a:r>
            <a:r>
              <a:rPr lang="en-US" sz="1350" dirty="0">
                <a:solidFill>
                  <a:srgbClr val="444444"/>
                </a:solidFill>
                <a:latin typeface="Pretendard" pitchFamily="34" charset="0"/>
                <a:ea typeface="Pretendard" pitchFamily="34" charset="-122"/>
                <a:cs typeface="Pretendard" pitchFamily="34" charset="-120"/>
              </a:rPr>
              <a:t> </a:t>
            </a:r>
            <a:r>
              <a:rPr lang="en-US" sz="1350" dirty="0" err="1">
                <a:solidFill>
                  <a:srgbClr val="444444"/>
                </a:solidFill>
                <a:latin typeface="Pretendard" pitchFamily="34" charset="0"/>
                <a:ea typeface="Pretendard" pitchFamily="34" charset="-122"/>
                <a:cs typeface="Pretendard" pitchFamily="34" charset="-120"/>
              </a:rPr>
              <a:t>한가하다</a:t>
            </a:r>
            <a:endParaRPr lang="en-US" sz="1350" dirty="0"/>
          </a:p>
        </p:txBody>
      </p:sp>
      <p:sp>
        <p:nvSpPr>
          <p:cNvPr id="23" name="hl_379"/>
          <p:cNvSpPr/>
          <p:nvPr/>
        </p:nvSpPr>
        <p:spPr>
          <a:xfrm>
            <a:off x="13693140" y="6729984"/>
            <a:ext cx="3643884" cy="0"/>
          </a:xfrm>
          <a:prstGeom prst="line">
            <a:avLst/>
          </a:prstGeom>
          <a:noFill/>
          <a:ln w="17780">
            <a:solidFill>
              <a:srgbClr val="CDC5B9"/>
            </a:solidFill>
            <a:prstDash val="solid"/>
          </a:ln>
        </p:spPr>
        <p:txBody>
          <a:bodyPr/>
          <a:lstStyle/>
          <a:p>
            <a:endParaRPr lang="ko-KR" altLang="en-US"/>
          </a:p>
        </p:txBody>
      </p:sp>
      <p:sp>
        <p:nvSpPr>
          <p:cNvPr id="24" name="t_380"/>
          <p:cNvSpPr txBox="1"/>
          <p:nvPr/>
        </p:nvSpPr>
        <p:spPr>
          <a:xfrm>
            <a:off x="13693140" y="6931152"/>
            <a:ext cx="3643884" cy="676656"/>
          </a:xfrm>
          <a:prstGeom prst="rect">
            <a:avLst/>
          </a:prstGeom>
          <a:noFill/>
          <a:ln/>
        </p:spPr>
        <p:txBody>
          <a:bodyPr wrap="square" lIns="0" tIns="0" rIns="0" bIns="0" rtlCol="0" anchor="ctr"/>
          <a:lstStyle/>
          <a:p>
            <a:pPr marL="0" indent="0" algn="l">
              <a:buNone/>
            </a:pPr>
            <a:r>
              <a:rPr lang="en-US" sz="3600" b="1" dirty="0">
                <a:solidFill>
                  <a:srgbClr val="222222"/>
                </a:solidFill>
                <a:latin typeface="Pretendard" pitchFamily="34" charset="0"/>
                <a:ea typeface="Pretendard" pitchFamily="34" charset="-122"/>
                <a:cs typeface="Pretendard" pitchFamily="34" charset="-120"/>
              </a:rPr>
              <a:t>0.9</a:t>
            </a:r>
            <a:r>
              <a:rPr lang="en-US" sz="1700" b="1" dirty="0">
                <a:solidFill>
                  <a:srgbClr val="222222"/>
                </a:solidFill>
                <a:latin typeface="Pretendard" pitchFamily="34" charset="0"/>
                <a:ea typeface="Pretendard" pitchFamily="34" charset="-122"/>
                <a:cs typeface="Pretendard" pitchFamily="34" charset="-120"/>
              </a:rPr>
              <a:t> 초</a:t>
            </a:r>
            <a:endParaRPr lang="en-US" sz="3600" dirty="0"/>
          </a:p>
        </p:txBody>
      </p:sp>
      <p:sp>
        <p:nvSpPr>
          <p:cNvPr id="25" name="t_381"/>
          <p:cNvSpPr txBox="1"/>
          <p:nvPr/>
        </p:nvSpPr>
        <p:spPr>
          <a:xfrm>
            <a:off x="13693140" y="7662672"/>
            <a:ext cx="3643884" cy="694944"/>
          </a:xfrm>
          <a:prstGeom prst="rect">
            <a:avLst/>
          </a:prstGeom>
          <a:noFill/>
          <a:ln/>
        </p:spPr>
        <p:txBody>
          <a:bodyPr wrap="square" lIns="0" tIns="0" rIns="0" bIns="0" rtlCol="0" anchor="t"/>
          <a:lstStyle/>
          <a:p>
            <a:pPr marL="0" indent="0" algn="l">
              <a:lnSpc>
                <a:spcPct val="135000"/>
              </a:lnSpc>
              <a:buNone/>
            </a:pPr>
            <a:r>
              <a:rPr lang="en-US" sz="1350" dirty="0">
                <a:solidFill>
                  <a:srgbClr val="444444"/>
                </a:solidFill>
                <a:latin typeface="Pretendard" pitchFamily="34" charset="0"/>
                <a:ea typeface="Pretendard" pitchFamily="34" charset="-122"/>
                <a:cs typeface="Pretendard" pitchFamily="34" charset="-120"/>
              </a:rPr>
              <a:t>이력 주름 감쇠 시간</a:t>
            </a:r>
            <a:endParaRPr lang="en-US" sz="1350" dirty="0"/>
          </a:p>
        </p:txBody>
      </p:sp>
      <p:sp>
        <p:nvSpPr>
          <p:cNvPr id="26" name="Slide Number Placeholder 0"/>
          <p:cNvSpPr>
            <a:spLocks noGrp="1"/>
          </p:cNvSpPr>
          <p:nvPr>
            <p:ph type="sldNum" sz="quarter" idx="4294967295"/>
          </p:nvPr>
        </p:nvSpPr>
        <p:spPr>
          <a:xfrm>
            <a:off x="16733520" y="9582912"/>
            <a:ext cx="603504"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CDC5B9"/>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_382"/>
          <p:cNvSpPr txBox="1"/>
          <p:nvPr/>
        </p:nvSpPr>
        <p:spPr>
          <a:xfrm>
            <a:off x="950976" y="3931920"/>
            <a:ext cx="7315200" cy="420624"/>
          </a:xfrm>
          <a:prstGeom prst="rect">
            <a:avLst/>
          </a:prstGeom>
          <a:noFill/>
          <a:ln/>
        </p:spPr>
        <p:txBody>
          <a:bodyPr wrap="square" lIns="0" tIns="0" rIns="0" bIns="0" rtlCol="0" anchor="ctr"/>
          <a:lstStyle/>
          <a:p>
            <a:pPr marL="0" indent="0">
              <a:buNone/>
            </a:pPr>
            <a:r>
              <a:rPr lang="en-US" sz="2000" kern="0" spc="60" dirty="0">
                <a:solidFill>
                  <a:srgbClr val="BACCC3"/>
                </a:solidFill>
                <a:latin typeface="Pretendard" pitchFamily="34" charset="0"/>
                <a:ea typeface="Pretendard" pitchFamily="34" charset="-122"/>
                <a:cs typeface="Pretendard" pitchFamily="34" charset="-120"/>
              </a:rPr>
              <a:t>Chapter 5.</a:t>
            </a:r>
            <a:endParaRPr lang="en-US" sz="2000" dirty="0"/>
          </a:p>
        </p:txBody>
      </p:sp>
      <p:sp>
        <p:nvSpPr>
          <p:cNvPr id="3" name="vb_383"/>
          <p:cNvSpPr/>
          <p:nvPr/>
        </p:nvSpPr>
        <p:spPr>
          <a:xfrm>
            <a:off x="950976" y="4498848"/>
            <a:ext cx="68580" cy="896112"/>
          </a:xfrm>
          <a:prstGeom prst="rect">
            <a:avLst/>
          </a:prstGeom>
          <a:solidFill>
            <a:srgbClr val="BACCC3"/>
          </a:solidFill>
          <a:ln/>
        </p:spPr>
        <p:txBody>
          <a:bodyPr/>
          <a:lstStyle/>
          <a:p>
            <a:endParaRPr lang="ko-KR" altLang="en-US"/>
          </a:p>
        </p:txBody>
      </p:sp>
      <p:sp>
        <p:nvSpPr>
          <p:cNvPr id="4" name="t_384"/>
          <p:cNvSpPr txBox="1"/>
          <p:nvPr/>
        </p:nvSpPr>
        <p:spPr>
          <a:xfrm>
            <a:off x="1243584" y="4462272"/>
            <a:ext cx="10058400" cy="969264"/>
          </a:xfrm>
          <a:prstGeom prst="rect">
            <a:avLst/>
          </a:prstGeom>
          <a:noFill/>
          <a:ln/>
        </p:spPr>
        <p:txBody>
          <a:bodyPr wrap="square" lIns="0" tIns="0" rIns="0" bIns="0" rtlCol="0" anchor="ctr"/>
          <a:lstStyle/>
          <a:p>
            <a:pPr marL="0" indent="0">
              <a:buNone/>
            </a:pPr>
            <a:r>
              <a:rPr lang="en-US" sz="4800" b="1" dirty="0">
                <a:solidFill>
                  <a:srgbClr val="6A7E74"/>
                </a:solidFill>
                <a:latin typeface="Pretendard" pitchFamily="34" charset="0"/>
                <a:ea typeface="Pretendard" pitchFamily="34" charset="-122"/>
                <a:cs typeface="Pretendard" pitchFamily="34" charset="-120"/>
              </a:rPr>
              <a:t>Chaos Flesh</a:t>
            </a:r>
            <a:endParaRPr lang="en-US" sz="4800" dirty="0"/>
          </a:p>
        </p:txBody>
      </p:sp>
      <p:sp>
        <p:nvSpPr>
          <p:cNvPr id="5" name="hl_385"/>
          <p:cNvSpPr/>
          <p:nvPr/>
        </p:nvSpPr>
        <p:spPr>
          <a:xfrm>
            <a:off x="950976" y="5724144"/>
            <a:ext cx="9509760" cy="0"/>
          </a:xfrm>
          <a:prstGeom prst="line">
            <a:avLst/>
          </a:prstGeom>
          <a:noFill/>
          <a:ln w="9525">
            <a:solidFill>
              <a:srgbClr val="CDC5B9"/>
            </a:solidFill>
            <a:prstDash val="solid"/>
          </a:ln>
        </p:spPr>
        <p:txBody>
          <a:bodyPr/>
          <a:lstStyle/>
          <a:p>
            <a:endParaRPr lang="ko-KR" altLang="en-US"/>
          </a:p>
        </p:txBody>
      </p:sp>
      <p:sp>
        <p:nvSpPr>
          <p:cNvPr id="6" name="t_386"/>
          <p:cNvSpPr txBox="1"/>
          <p:nvPr/>
        </p:nvSpPr>
        <p:spPr>
          <a:xfrm>
            <a:off x="950976" y="5943600"/>
            <a:ext cx="10424160" cy="1188720"/>
          </a:xfrm>
          <a:prstGeom prst="rect">
            <a:avLst/>
          </a:prstGeom>
          <a:noFill/>
          <a:ln/>
        </p:spPr>
        <p:txBody>
          <a:bodyPr wrap="square" lIns="0" tIns="0" rIns="0" bIns="0" rtlCol="0" anchor="t"/>
          <a:lstStyle/>
          <a:p>
            <a:pPr marL="0" indent="0">
              <a:lnSpc>
                <a:spcPct val="150000"/>
              </a:lnSpc>
              <a:buNone/>
            </a:pPr>
            <a:r>
              <a:rPr lang="en-US" sz="1550" dirty="0">
                <a:solidFill>
                  <a:srgbClr val="444444"/>
                </a:solidFill>
                <a:latin typeface="Pretendard" pitchFamily="34" charset="0"/>
                <a:ea typeface="Pretendard" pitchFamily="34" charset="-122"/>
                <a:cs typeface="Pretendard" pitchFamily="34" charset="-120"/>
              </a:rPr>
              <a:t>주름 같은 미세한 디테일이 아니라, 살이 눌려 옆으로 </a:t>
            </a:r>
            <a:r>
              <a:rPr lang="en-US" sz="1550" dirty="0" err="1">
                <a:solidFill>
                  <a:srgbClr val="444444"/>
                </a:solidFill>
                <a:latin typeface="Pretendard" pitchFamily="34" charset="0"/>
                <a:ea typeface="Pretendard" pitchFamily="34" charset="-122"/>
                <a:cs typeface="Pretendard" pitchFamily="34" charset="-120"/>
              </a:rPr>
              <a:t>밀려나는</a:t>
            </a:r>
            <a:r>
              <a:rPr lang="en-US" sz="1550" dirty="0">
                <a:solidFill>
                  <a:srgbClr val="444444"/>
                </a:solidFill>
                <a:latin typeface="Pretendard" pitchFamily="34" charset="0"/>
                <a:ea typeface="Pretendard" pitchFamily="34" charset="-122"/>
                <a:cs typeface="Pretendard" pitchFamily="34" charset="-120"/>
              </a:rPr>
              <a:t> </a:t>
            </a:r>
            <a:r>
              <a:rPr lang="ko-KR" altLang="en-US" sz="1550" dirty="0">
                <a:solidFill>
                  <a:srgbClr val="444444"/>
                </a:solidFill>
                <a:latin typeface="Pretendard" pitchFamily="34" charset="0"/>
                <a:ea typeface="Pretendard" pitchFamily="34" charset="-122"/>
                <a:cs typeface="Pretendard" pitchFamily="34" charset="-120"/>
              </a:rPr>
              <a:t>변형을 구현</a:t>
            </a:r>
            <a:endParaRPr lang="en-US" altLang="ko-KR" sz="1550" dirty="0">
              <a:solidFill>
                <a:srgbClr val="444444"/>
              </a:solidFill>
              <a:latin typeface="Pretendard" pitchFamily="34" charset="0"/>
              <a:ea typeface="Pretendard" pitchFamily="34" charset="-122"/>
              <a:cs typeface="Pretendard" pitchFamily="34" charset="-120"/>
            </a:endParaRPr>
          </a:p>
          <a:p>
            <a:pPr marL="0" indent="0">
              <a:lnSpc>
                <a:spcPct val="150000"/>
              </a:lnSpc>
              <a:buNone/>
            </a:pPr>
            <a:r>
              <a:rPr lang="en-US" sz="1550" dirty="0">
                <a:solidFill>
                  <a:srgbClr val="444444"/>
                </a:solidFill>
                <a:latin typeface="Pretendard" pitchFamily="34" charset="0"/>
                <a:ea typeface="Pretendard" pitchFamily="34" charset="-122"/>
                <a:cs typeface="Pretendard" pitchFamily="34" charset="-120"/>
              </a:rPr>
              <a:t>손 내부를 사면체로 채우고 뼈에 묶어 물리로 계산한다.</a:t>
            </a:r>
            <a:endParaRPr lang="en-US" sz="1550" dirty="0"/>
          </a:p>
        </p:txBody>
      </p:sp>
      <p:sp>
        <p:nvSpPr>
          <p:cNvPr id="7" name="pill_387"/>
          <p:cNvSpPr/>
          <p:nvPr/>
        </p:nvSpPr>
        <p:spPr>
          <a:xfrm>
            <a:off x="950976" y="7315200"/>
            <a:ext cx="1828800" cy="493776"/>
          </a:xfrm>
          <a:prstGeom prst="roundRect">
            <a:avLst>
              <a:gd name="adj" fmla="val 50000"/>
            </a:avLst>
          </a:prstGeom>
          <a:solidFill>
            <a:srgbClr val="E4DFD8"/>
          </a:solidFill>
          <a:ln/>
        </p:spPr>
        <p:txBody>
          <a:bodyPr/>
          <a:lstStyle/>
          <a:p>
            <a:endParaRPr lang="ko-KR" altLang="en-US"/>
          </a:p>
        </p:txBody>
      </p:sp>
      <p:sp>
        <p:nvSpPr>
          <p:cNvPr id="8" name="t_388"/>
          <p:cNvSpPr txBox="1"/>
          <p:nvPr/>
        </p:nvSpPr>
        <p:spPr>
          <a:xfrm>
            <a:off x="950976" y="7315200"/>
            <a:ext cx="1828800" cy="493776"/>
          </a:xfrm>
          <a:prstGeom prst="rect">
            <a:avLst/>
          </a:prstGeom>
          <a:noFill/>
          <a:ln/>
        </p:spPr>
        <p:txBody>
          <a:bodyPr wrap="square" lIns="0" tIns="0" rIns="0" bIns="0" rtlCol="0" anchor="ctr"/>
          <a:lstStyle/>
          <a:p>
            <a:pPr marL="0" indent="0" algn="ctr">
              <a:buNone/>
            </a:pPr>
            <a:r>
              <a:rPr lang="en-US" sz="1500" b="1" dirty="0">
                <a:solidFill>
                  <a:srgbClr val="466456"/>
                </a:solidFill>
                <a:latin typeface="Pretendard" pitchFamily="34" charset="0"/>
                <a:ea typeface="Pretendard" pitchFamily="34" charset="-122"/>
                <a:cs typeface="Pretendard" pitchFamily="34" charset="-120"/>
              </a:rPr>
              <a:t>곽경민</a:t>
            </a:r>
            <a:endParaRPr lang="en-US" sz="1500" dirty="0"/>
          </a:p>
        </p:txBody>
      </p:sp>
      <p:sp>
        <p:nvSpPr>
          <p:cNvPr id="9" name="t_389"/>
          <p:cNvSpPr txBox="1"/>
          <p:nvPr/>
        </p:nvSpPr>
        <p:spPr>
          <a:xfrm>
            <a:off x="0" y="8302752"/>
            <a:ext cx="18288000" cy="1371600"/>
          </a:xfrm>
          <a:prstGeom prst="rect">
            <a:avLst/>
          </a:prstGeom>
          <a:noFill/>
          <a:ln/>
        </p:spPr>
        <p:txBody>
          <a:bodyPr wrap="square" lIns="0" tIns="0" rIns="0" bIns="0" rtlCol="0" anchor="ctr"/>
          <a:lstStyle/>
          <a:p>
            <a:pPr marL="0" indent="0" algn="ctr">
              <a:buNone/>
            </a:pPr>
            <a:r>
              <a:rPr lang="en-US" sz="5600" b="1" kern="0" spc="300" dirty="0">
                <a:solidFill>
                  <a:srgbClr val="E4DFD8"/>
                </a:solidFill>
                <a:latin typeface="Pretendard" pitchFamily="34" charset="0"/>
                <a:ea typeface="Pretendard" pitchFamily="34" charset="-122"/>
                <a:cs typeface="Pretendard" pitchFamily="34" charset="-120"/>
              </a:rPr>
              <a:t>PIANO HAND SIMULATOR</a:t>
            </a:r>
            <a:endParaRPr lang="en-US" sz="5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950976" y="749808"/>
            <a:ext cx="9144000" cy="384048"/>
          </a:xfrm>
          <a:prstGeom prst="rect">
            <a:avLst/>
          </a:prstGeom>
          <a:noFill/>
          <a:ln/>
        </p:spPr>
        <p:txBody>
          <a:bodyPr wrap="square" lIns="0" tIns="0" rIns="0" bIns="0" rtlCol="0" anchor="ctr"/>
          <a:lstStyle/>
          <a:p>
            <a:pPr marL="0" indent="0" algn="l">
              <a:buNone/>
            </a:pPr>
            <a:r>
              <a:rPr lang="en-US" sz="1800" kern="0" spc="60" dirty="0">
                <a:solidFill>
                  <a:srgbClr val="BACCC3"/>
                </a:solidFill>
                <a:latin typeface="Pretendard" pitchFamily="34" charset="0"/>
                <a:ea typeface="Pretendard" pitchFamily="34" charset="-122"/>
                <a:cs typeface="Pretendard" pitchFamily="34" charset="-120"/>
              </a:rPr>
              <a:t>Chapter 5.</a:t>
            </a:r>
            <a:endParaRPr lang="en-US" sz="1800" dirty="0"/>
          </a:p>
        </p:txBody>
      </p:sp>
      <p:sp>
        <p:nvSpPr>
          <p:cNvPr id="3" name="Text 0"/>
          <p:cNvSpPr txBox="1">
            <a:spLocks noGrp="1"/>
          </p:cNvSpPr>
          <p:nvPr>
            <p:ph type="title" idx="101" hasCustomPrompt="1"/>
          </p:nvPr>
        </p:nvSpPr>
        <p:spPr>
          <a:xfrm>
            <a:off x="950976" y="1152144"/>
            <a:ext cx="12435840" cy="713232"/>
          </a:xfrm>
          <a:prstGeom prst="rect">
            <a:avLst/>
          </a:prstGeom>
          <a:noFill/>
          <a:ln/>
        </p:spPr>
        <p:txBody>
          <a:bodyPr wrap="square" lIns="0" tIns="0" rIns="0" bIns="0" rtlCol="0" anchor="ctr"/>
          <a:lstStyle/>
          <a:p>
            <a:pPr marL="0" indent="0" algn="l">
              <a:buNone/>
            </a:pPr>
            <a:r>
              <a:rPr lang="ko-KR" altLang="en-US" dirty="0"/>
              <a:t>엔진 기본 기능 </a:t>
            </a:r>
            <a:r>
              <a:rPr lang="en-US" sz="3800" b="1" dirty="0" err="1">
                <a:solidFill>
                  <a:srgbClr val="6A7E74"/>
                </a:solidFill>
                <a:latin typeface="Pretendard" pitchFamily="34" charset="0"/>
                <a:ea typeface="Pretendard" pitchFamily="34" charset="-122"/>
                <a:cs typeface="Pretendard" pitchFamily="34" charset="-120"/>
              </a:rPr>
              <a:t>IsoStuffing은</a:t>
            </a:r>
            <a:r>
              <a:rPr lang="en-US" sz="3800" b="1" dirty="0">
                <a:solidFill>
                  <a:srgbClr val="6A7E74"/>
                </a:solidFill>
                <a:latin typeface="Pretendard" pitchFamily="34" charset="0"/>
                <a:ea typeface="Pretendard" pitchFamily="34" charset="-122"/>
                <a:cs typeface="Pretendard" pitchFamily="34" charset="-120"/>
              </a:rPr>
              <a:t> </a:t>
            </a:r>
            <a:r>
              <a:rPr lang="en-US" sz="3800" b="1" dirty="0" err="1">
                <a:solidFill>
                  <a:srgbClr val="6A7E74"/>
                </a:solidFill>
                <a:latin typeface="Pretendard" pitchFamily="34" charset="0"/>
                <a:ea typeface="Pretendard" pitchFamily="34" charset="-122"/>
                <a:cs typeface="Pretendard" pitchFamily="34" charset="-120"/>
              </a:rPr>
              <a:t>손가</a:t>
            </a:r>
            <a:r>
              <a:rPr lang="ko-KR" altLang="en-US" dirty="0" err="1"/>
              <a:t>락</a:t>
            </a:r>
            <a:r>
              <a:rPr lang="ko-KR" altLang="en-US" dirty="0"/>
              <a:t> 생성 불가</a:t>
            </a:r>
            <a:endParaRPr lang="en-US" sz="3800" dirty="0"/>
          </a:p>
        </p:txBody>
      </p:sp>
      <p:sp>
        <p:nvSpPr>
          <p:cNvPr id="4" name="t_392"/>
          <p:cNvSpPr txBox="1"/>
          <p:nvPr/>
        </p:nvSpPr>
        <p:spPr>
          <a:xfrm>
            <a:off x="950976" y="2523744"/>
            <a:ext cx="16386048" cy="365760"/>
          </a:xfrm>
          <a:prstGeom prst="rect">
            <a:avLst/>
          </a:prstGeom>
          <a:noFill/>
          <a:ln/>
        </p:spPr>
        <p:txBody>
          <a:bodyPr wrap="square" lIns="0" tIns="0" rIns="0" bIns="0" rtlCol="0" anchor="ctr"/>
          <a:lstStyle/>
          <a:p>
            <a:pPr marL="0" indent="0">
              <a:buNone/>
            </a:pPr>
            <a:r>
              <a:rPr lang="en-US" sz="1600" dirty="0">
                <a:solidFill>
                  <a:srgbClr val="444444"/>
                </a:solidFill>
                <a:latin typeface="Pretendard" pitchFamily="34" charset="0"/>
                <a:ea typeface="Pretendard" pitchFamily="34" charset="-122"/>
                <a:cs typeface="Pretendard" pitchFamily="34" charset="-120"/>
              </a:rPr>
              <a:t>손 메시 내부를 사면체로 채우는 단계에서, 엔진 기본 생성기가 MetaHuman 손의 가는 손가락을 처리하지 못했다.</a:t>
            </a:r>
            <a:endParaRPr lang="en-US" sz="1600" dirty="0"/>
          </a:p>
        </p:txBody>
      </p:sp>
      <p:sp>
        <p:nvSpPr>
          <p:cNvPr id="5" name="fr_393"/>
          <p:cNvSpPr/>
          <p:nvPr/>
        </p:nvSpPr>
        <p:spPr>
          <a:xfrm>
            <a:off x="905256" y="3118104"/>
            <a:ext cx="4754880" cy="3291840"/>
          </a:xfrm>
          <a:prstGeom prst="rect">
            <a:avLst/>
          </a:prstGeom>
          <a:solidFill>
            <a:srgbClr val="E4DFD8"/>
          </a:solidFill>
          <a:ln/>
        </p:spPr>
        <p:txBody>
          <a:bodyPr/>
          <a:lstStyle/>
          <a:p>
            <a:endParaRPr lang="ko-KR" altLang="en-US"/>
          </a:p>
        </p:txBody>
      </p:sp>
      <p:pic>
        <p:nvPicPr>
          <p:cNvPr id="6" name="img_394" descr="C:\Users\JEONG_N_G_PC\AppData\Local\Temp\claude\D--Git-PianoHandSimulator\6f3d9562-c739-4e48-96d6-5ec586ac821c\scratchpad\img/tet_iso.png"/>
          <p:cNvPicPr>
            <a:picLocks noChangeAspect="1"/>
          </p:cNvPicPr>
          <p:nvPr/>
        </p:nvPicPr>
        <p:blipFill>
          <a:blip r:embed="rId3"/>
          <a:srcRect/>
          <a:stretch/>
        </p:blipFill>
        <p:spPr>
          <a:xfrm>
            <a:off x="950976" y="3163824"/>
            <a:ext cx="4663440" cy="3200400"/>
          </a:xfrm>
          <a:prstGeom prst="rect">
            <a:avLst/>
          </a:prstGeom>
        </p:spPr>
      </p:pic>
      <p:sp>
        <p:nvSpPr>
          <p:cNvPr id="7" name="t_395"/>
          <p:cNvSpPr txBox="1"/>
          <p:nvPr/>
        </p:nvSpPr>
        <p:spPr>
          <a:xfrm>
            <a:off x="950976" y="6510528"/>
            <a:ext cx="4663440" cy="310896"/>
          </a:xfrm>
          <a:prstGeom prst="rect">
            <a:avLst/>
          </a:prstGeom>
          <a:noFill/>
          <a:ln/>
        </p:spPr>
        <p:txBody>
          <a:bodyPr wrap="square" lIns="0" tIns="0" rIns="0" bIns="0" rtlCol="0" anchor="t"/>
          <a:lstStyle/>
          <a:p>
            <a:pPr marL="0" indent="0" algn="ctr">
              <a:lnSpc>
                <a:spcPct val="125000"/>
              </a:lnSpc>
              <a:buNone/>
            </a:pPr>
            <a:r>
              <a:rPr lang="en-US" sz="1200" dirty="0">
                <a:solidFill>
                  <a:srgbClr val="444444"/>
                </a:solidFill>
                <a:latin typeface="Pretendard" pitchFamily="34" charset="0"/>
                <a:ea typeface="Pretendard" pitchFamily="34" charset="-122"/>
                <a:cs typeface="Pretendard" pitchFamily="34" charset="-120"/>
              </a:rPr>
              <a:t>IsoStuffing — 손가락이 통째로 날아가고 손바닥만 덩어리로 남는다</a:t>
            </a:r>
            <a:endParaRPr lang="en-US" sz="1200" dirty="0"/>
          </a:p>
        </p:txBody>
      </p:sp>
      <p:sp>
        <p:nvSpPr>
          <p:cNvPr id="8" name="fr_396"/>
          <p:cNvSpPr/>
          <p:nvPr/>
        </p:nvSpPr>
        <p:spPr>
          <a:xfrm>
            <a:off x="6117336" y="3118104"/>
            <a:ext cx="4754880" cy="3291840"/>
          </a:xfrm>
          <a:prstGeom prst="rect">
            <a:avLst/>
          </a:prstGeom>
          <a:solidFill>
            <a:srgbClr val="E4DFD8"/>
          </a:solidFill>
          <a:ln/>
        </p:spPr>
        <p:txBody>
          <a:bodyPr/>
          <a:lstStyle/>
          <a:p>
            <a:endParaRPr lang="ko-KR" altLang="en-US"/>
          </a:p>
        </p:txBody>
      </p:sp>
      <p:pic>
        <p:nvPicPr>
          <p:cNvPr id="9" name="img_397" descr="C:\Users\JEONG_N_G_PC\AppData\Local\Temp\claude\D--Git-PianoHandSimulator\6f3d9562-c739-4e48-96d6-5ec586ac821c\scratchpad\img/tet_wild.png"/>
          <p:cNvPicPr>
            <a:picLocks noChangeAspect="1"/>
          </p:cNvPicPr>
          <p:nvPr/>
        </p:nvPicPr>
        <p:blipFill>
          <a:blip r:embed="rId4"/>
          <a:srcRect/>
          <a:stretch/>
        </p:blipFill>
        <p:spPr>
          <a:xfrm>
            <a:off x="6163056" y="3163824"/>
            <a:ext cx="4663440" cy="3200400"/>
          </a:xfrm>
          <a:prstGeom prst="rect">
            <a:avLst/>
          </a:prstGeom>
        </p:spPr>
      </p:pic>
      <p:sp>
        <p:nvSpPr>
          <p:cNvPr id="10" name="t_398"/>
          <p:cNvSpPr txBox="1"/>
          <p:nvPr/>
        </p:nvSpPr>
        <p:spPr>
          <a:xfrm>
            <a:off x="6163056" y="6510528"/>
            <a:ext cx="4663440" cy="310896"/>
          </a:xfrm>
          <a:prstGeom prst="rect">
            <a:avLst/>
          </a:prstGeom>
          <a:noFill/>
          <a:ln/>
        </p:spPr>
        <p:txBody>
          <a:bodyPr wrap="square" lIns="0" tIns="0" rIns="0" bIns="0" rtlCol="0" anchor="t"/>
          <a:lstStyle/>
          <a:p>
            <a:pPr marL="0" indent="0" algn="ctr">
              <a:lnSpc>
                <a:spcPct val="125000"/>
              </a:lnSpc>
              <a:buNone/>
            </a:pPr>
            <a:r>
              <a:rPr lang="en-US" sz="1200" dirty="0">
                <a:solidFill>
                  <a:srgbClr val="444444"/>
                </a:solidFill>
                <a:latin typeface="Pretendard" pitchFamily="34" charset="0"/>
                <a:ea typeface="Pretendard" pitchFamily="34" charset="-122"/>
                <a:cs typeface="Pretendard" pitchFamily="34" charset="-120"/>
              </a:rPr>
              <a:t>TetWild — 손가락 다섯 </a:t>
            </a:r>
            <a:r>
              <a:rPr lang="en-US" sz="1200" dirty="0" err="1">
                <a:solidFill>
                  <a:srgbClr val="444444"/>
                </a:solidFill>
                <a:latin typeface="Pretendard" pitchFamily="34" charset="0"/>
                <a:ea typeface="Pretendard" pitchFamily="34" charset="-122"/>
                <a:cs typeface="Pretendard" pitchFamily="34" charset="-120"/>
              </a:rPr>
              <a:t>개가</a:t>
            </a:r>
            <a:r>
              <a:rPr lang="en-US" sz="1200" dirty="0">
                <a:solidFill>
                  <a:srgbClr val="444444"/>
                </a:solidFill>
                <a:latin typeface="Pretendard" pitchFamily="34" charset="0"/>
                <a:ea typeface="Pretendard" pitchFamily="34" charset="-122"/>
                <a:cs typeface="Pretendard" pitchFamily="34" charset="-120"/>
              </a:rPr>
              <a:t> </a:t>
            </a:r>
            <a:r>
              <a:rPr lang="en-US" sz="1200" dirty="0" err="1">
                <a:solidFill>
                  <a:srgbClr val="444444"/>
                </a:solidFill>
                <a:latin typeface="Pretendard" pitchFamily="34" charset="0"/>
                <a:ea typeface="Pretendard" pitchFamily="34" charset="-122"/>
                <a:cs typeface="Pretendard" pitchFamily="34" charset="-120"/>
              </a:rPr>
              <a:t>모두</a:t>
            </a:r>
            <a:r>
              <a:rPr lang="en-US" sz="1200" dirty="0">
                <a:solidFill>
                  <a:srgbClr val="444444"/>
                </a:solidFill>
                <a:latin typeface="Pretendard" pitchFamily="34" charset="0"/>
                <a:ea typeface="Pretendard" pitchFamily="34" charset="-122"/>
                <a:cs typeface="Pretendard" pitchFamily="34" charset="-120"/>
              </a:rPr>
              <a:t> </a:t>
            </a:r>
            <a:r>
              <a:rPr lang="ko-KR" altLang="en-US" sz="1200" dirty="0">
                <a:solidFill>
                  <a:srgbClr val="444444"/>
                </a:solidFill>
                <a:latin typeface="Pretendard" pitchFamily="34" charset="0"/>
                <a:ea typeface="Pretendard" pitchFamily="34" charset="-122"/>
                <a:cs typeface="Pretendard" pitchFamily="34" charset="-120"/>
              </a:rPr>
              <a:t>정상 구현</a:t>
            </a:r>
            <a:endParaRPr lang="en-US" sz="1200" dirty="0"/>
          </a:p>
        </p:txBody>
      </p:sp>
      <p:sp>
        <p:nvSpPr>
          <p:cNvPr id="11" name="hl_399"/>
          <p:cNvSpPr/>
          <p:nvPr/>
        </p:nvSpPr>
        <p:spPr>
          <a:xfrm>
            <a:off x="11375136" y="3163824"/>
            <a:ext cx="5961888" cy="0"/>
          </a:xfrm>
          <a:prstGeom prst="line">
            <a:avLst/>
          </a:prstGeom>
          <a:noFill/>
          <a:ln w="25400">
            <a:solidFill>
              <a:srgbClr val="BACCC3"/>
            </a:solidFill>
            <a:prstDash val="solid"/>
          </a:ln>
        </p:spPr>
        <p:txBody>
          <a:bodyPr/>
          <a:lstStyle/>
          <a:p>
            <a:endParaRPr lang="ko-KR" altLang="en-US"/>
          </a:p>
        </p:txBody>
      </p:sp>
      <p:sp>
        <p:nvSpPr>
          <p:cNvPr id="12" name="t_400"/>
          <p:cNvSpPr txBox="1"/>
          <p:nvPr/>
        </p:nvSpPr>
        <p:spPr>
          <a:xfrm>
            <a:off x="11375136" y="3328416"/>
            <a:ext cx="5961888" cy="384048"/>
          </a:xfrm>
          <a:prstGeom prst="rect">
            <a:avLst/>
          </a:prstGeom>
          <a:noFill/>
          <a:ln/>
        </p:spPr>
        <p:txBody>
          <a:bodyPr wrap="square" lIns="0" tIns="0" rIns="0" bIns="0" rtlCol="0" anchor="ctr"/>
          <a:lstStyle/>
          <a:p>
            <a:pPr marL="0" indent="0">
              <a:buNone/>
            </a:pPr>
            <a:r>
              <a:rPr lang="en-US" sz="1650" b="1" dirty="0">
                <a:solidFill>
                  <a:srgbClr val="466456"/>
                </a:solidFill>
                <a:latin typeface="Pretendard" pitchFamily="34" charset="0"/>
                <a:ea typeface="Pretendard" pitchFamily="34" charset="-122"/>
                <a:cs typeface="Pretendard" pitchFamily="34" charset="-120"/>
              </a:rPr>
              <a:t>왜 실패했나</a:t>
            </a:r>
            <a:endParaRPr lang="en-US" sz="1650" dirty="0"/>
          </a:p>
        </p:txBody>
      </p:sp>
      <p:sp>
        <p:nvSpPr>
          <p:cNvPr id="13" name="t_401"/>
          <p:cNvSpPr txBox="1"/>
          <p:nvPr/>
        </p:nvSpPr>
        <p:spPr>
          <a:xfrm>
            <a:off x="11375136" y="3749040"/>
            <a:ext cx="5961888" cy="530352"/>
          </a:xfrm>
          <a:prstGeom prst="rect">
            <a:avLst/>
          </a:prstGeom>
          <a:noFill/>
          <a:ln/>
        </p:spPr>
        <p:txBody>
          <a:bodyPr wrap="square" lIns="0" tIns="0" rIns="0" bIns="0" rtlCol="0" anchor="t"/>
          <a:lstStyle/>
          <a:p>
            <a:pPr marL="0" indent="0">
              <a:lnSpc>
                <a:spcPct val="140000"/>
              </a:lnSpc>
              <a:buNone/>
            </a:pPr>
            <a:r>
              <a:rPr lang="en-US" sz="1350" dirty="0">
                <a:solidFill>
                  <a:srgbClr val="444444"/>
                </a:solidFill>
                <a:latin typeface="Pretendard" pitchFamily="34" charset="0"/>
                <a:ea typeface="Pretendard" pitchFamily="34" charset="-122"/>
                <a:cs typeface="Pretendard" pitchFamily="34" charset="-120"/>
              </a:rPr>
              <a:t>격자를 채워 넣는 방식이라, 격자 간격보다 가는 부분은 아예 비어 버린다</a:t>
            </a:r>
            <a:endParaRPr lang="en-US" sz="1350" dirty="0"/>
          </a:p>
        </p:txBody>
      </p:sp>
      <p:sp>
        <p:nvSpPr>
          <p:cNvPr id="14" name="hl_402"/>
          <p:cNvSpPr/>
          <p:nvPr/>
        </p:nvSpPr>
        <p:spPr>
          <a:xfrm>
            <a:off x="11375136" y="4352544"/>
            <a:ext cx="5961888" cy="0"/>
          </a:xfrm>
          <a:prstGeom prst="line">
            <a:avLst/>
          </a:prstGeom>
          <a:noFill/>
          <a:ln w="25400">
            <a:solidFill>
              <a:srgbClr val="BACCC3"/>
            </a:solidFill>
            <a:prstDash val="solid"/>
          </a:ln>
        </p:spPr>
        <p:txBody>
          <a:bodyPr/>
          <a:lstStyle/>
          <a:p>
            <a:endParaRPr lang="ko-KR" altLang="en-US"/>
          </a:p>
        </p:txBody>
      </p:sp>
      <p:sp>
        <p:nvSpPr>
          <p:cNvPr id="15" name="t_403"/>
          <p:cNvSpPr txBox="1"/>
          <p:nvPr/>
        </p:nvSpPr>
        <p:spPr>
          <a:xfrm>
            <a:off x="11375136" y="4517136"/>
            <a:ext cx="5961888" cy="384048"/>
          </a:xfrm>
          <a:prstGeom prst="rect">
            <a:avLst/>
          </a:prstGeom>
          <a:noFill/>
          <a:ln/>
        </p:spPr>
        <p:txBody>
          <a:bodyPr wrap="square" lIns="0" tIns="0" rIns="0" bIns="0" rtlCol="0" anchor="ctr"/>
          <a:lstStyle/>
          <a:p>
            <a:pPr marL="0" indent="0">
              <a:buNone/>
            </a:pPr>
            <a:r>
              <a:rPr lang="en-US" sz="1650" b="1" dirty="0">
                <a:solidFill>
                  <a:srgbClr val="466456"/>
                </a:solidFill>
                <a:latin typeface="Pretendard" pitchFamily="34" charset="0"/>
                <a:ea typeface="Pretendard" pitchFamily="34" charset="-122"/>
                <a:cs typeface="Pretendard" pitchFamily="34" charset="-120"/>
              </a:rPr>
              <a:t>TetWild 로 전환</a:t>
            </a:r>
            <a:endParaRPr lang="en-US" sz="1650" dirty="0"/>
          </a:p>
        </p:txBody>
      </p:sp>
      <p:sp>
        <p:nvSpPr>
          <p:cNvPr id="16" name="t_404"/>
          <p:cNvSpPr txBox="1"/>
          <p:nvPr/>
        </p:nvSpPr>
        <p:spPr>
          <a:xfrm>
            <a:off x="11375136" y="4937760"/>
            <a:ext cx="5961888" cy="530352"/>
          </a:xfrm>
          <a:prstGeom prst="rect">
            <a:avLst/>
          </a:prstGeom>
          <a:noFill/>
          <a:ln/>
        </p:spPr>
        <p:txBody>
          <a:bodyPr wrap="square" lIns="0" tIns="0" rIns="0" bIns="0" rtlCol="0" anchor="t"/>
          <a:lstStyle/>
          <a:p>
            <a:pPr marL="0" indent="0">
              <a:lnSpc>
                <a:spcPct val="140000"/>
              </a:lnSpc>
              <a:buNone/>
            </a:pPr>
            <a:r>
              <a:rPr lang="en-US" sz="1350" dirty="0">
                <a:solidFill>
                  <a:srgbClr val="444444"/>
                </a:solidFill>
                <a:latin typeface="Pretendard" pitchFamily="34" charset="0"/>
                <a:ea typeface="Pretendard" pitchFamily="34" charset="-122"/>
                <a:cs typeface="Pretendard" pitchFamily="34" charset="-120"/>
              </a:rPr>
              <a:t>표면을 먼저 정리한 뒤 내부를 채우므로 가는 손가락도 살아남는다</a:t>
            </a:r>
            <a:endParaRPr lang="en-US" sz="1350" dirty="0"/>
          </a:p>
        </p:txBody>
      </p:sp>
      <p:sp>
        <p:nvSpPr>
          <p:cNvPr id="17" name="hl_405"/>
          <p:cNvSpPr/>
          <p:nvPr/>
        </p:nvSpPr>
        <p:spPr>
          <a:xfrm>
            <a:off x="11375136" y="5541264"/>
            <a:ext cx="5961888" cy="0"/>
          </a:xfrm>
          <a:prstGeom prst="line">
            <a:avLst/>
          </a:prstGeom>
          <a:noFill/>
          <a:ln w="25400">
            <a:solidFill>
              <a:srgbClr val="BACCC3"/>
            </a:solidFill>
            <a:prstDash val="solid"/>
          </a:ln>
        </p:spPr>
        <p:txBody>
          <a:bodyPr/>
          <a:lstStyle/>
          <a:p>
            <a:endParaRPr lang="ko-KR" altLang="en-US"/>
          </a:p>
        </p:txBody>
      </p:sp>
      <p:sp>
        <p:nvSpPr>
          <p:cNvPr id="18" name="t_406"/>
          <p:cNvSpPr txBox="1"/>
          <p:nvPr/>
        </p:nvSpPr>
        <p:spPr>
          <a:xfrm>
            <a:off x="11375136" y="5705856"/>
            <a:ext cx="5961888" cy="384048"/>
          </a:xfrm>
          <a:prstGeom prst="rect">
            <a:avLst/>
          </a:prstGeom>
          <a:noFill/>
          <a:ln/>
        </p:spPr>
        <p:txBody>
          <a:bodyPr wrap="square" lIns="0" tIns="0" rIns="0" bIns="0" rtlCol="0" anchor="ctr"/>
          <a:lstStyle/>
          <a:p>
            <a:pPr marL="0" indent="0">
              <a:buNone/>
            </a:pPr>
            <a:r>
              <a:rPr lang="en-US" sz="1650" b="1" dirty="0">
                <a:solidFill>
                  <a:srgbClr val="466456"/>
                </a:solidFill>
                <a:latin typeface="Pretendard" pitchFamily="34" charset="0"/>
                <a:ea typeface="Pretendard" pitchFamily="34" charset="-122"/>
                <a:cs typeface="Pretendard" pitchFamily="34" charset="-120"/>
              </a:rPr>
              <a:t>Dataflow 도 통합</a:t>
            </a:r>
            <a:endParaRPr lang="en-US" sz="1650" dirty="0"/>
          </a:p>
        </p:txBody>
      </p:sp>
      <p:sp>
        <p:nvSpPr>
          <p:cNvPr id="19" name="t_407"/>
          <p:cNvSpPr txBox="1"/>
          <p:nvPr/>
        </p:nvSpPr>
        <p:spPr>
          <a:xfrm>
            <a:off x="11375136" y="6126480"/>
            <a:ext cx="5961888" cy="530352"/>
          </a:xfrm>
          <a:prstGeom prst="rect">
            <a:avLst/>
          </a:prstGeom>
          <a:noFill/>
          <a:ln/>
        </p:spPr>
        <p:txBody>
          <a:bodyPr wrap="square" lIns="0" tIns="0" rIns="0" bIns="0" rtlCol="0" anchor="t"/>
          <a:lstStyle/>
          <a:p>
            <a:pPr marL="0" indent="0">
              <a:lnSpc>
                <a:spcPct val="140000"/>
              </a:lnSpc>
              <a:buNone/>
            </a:pPr>
            <a:r>
              <a:rPr lang="en-US" sz="1350" dirty="0">
                <a:solidFill>
                  <a:srgbClr val="444444"/>
                </a:solidFill>
                <a:latin typeface="Pretendard" pitchFamily="34" charset="0"/>
                <a:ea typeface="Pretendard" pitchFamily="34" charset="-122"/>
                <a:cs typeface="Pretendard" pitchFamily="34" charset="-120"/>
              </a:rPr>
              <a:t>1학기에 그래프 2개로 나뉘어 있던 것을 단일 그래프로 합쳤다</a:t>
            </a:r>
            <a:endParaRPr lang="en-US" sz="1350" dirty="0"/>
          </a:p>
        </p:txBody>
      </p:sp>
      <p:sp>
        <p:nvSpPr>
          <p:cNvPr id="21" name="fr_408"/>
          <p:cNvSpPr/>
          <p:nvPr/>
        </p:nvSpPr>
        <p:spPr>
          <a:xfrm>
            <a:off x="905256" y="7543800"/>
            <a:ext cx="16477488" cy="1316736"/>
          </a:xfrm>
          <a:prstGeom prst="rect">
            <a:avLst/>
          </a:prstGeom>
          <a:solidFill>
            <a:srgbClr val="E4DFD8"/>
          </a:solidFill>
          <a:ln/>
        </p:spPr>
        <p:txBody>
          <a:bodyPr/>
          <a:lstStyle/>
          <a:p>
            <a:endParaRPr lang="ko-KR" altLang="en-US"/>
          </a:p>
        </p:txBody>
      </p:sp>
      <p:pic>
        <p:nvPicPr>
          <p:cNvPr id="22" name="img_409" descr="C:\Users\JEONG_N_G_PC\AppData\Local\Temp\claude\D--Git-PianoHandSimulator\6f3d9562-c739-4e48-96d6-5ec586ac821c\scratchpad\img/flesh_dataflow.png"/>
          <p:cNvPicPr>
            <a:picLocks noChangeAspect="1"/>
          </p:cNvPicPr>
          <p:nvPr/>
        </p:nvPicPr>
        <p:blipFill>
          <a:blip r:embed="rId5"/>
          <a:srcRect/>
          <a:stretch/>
        </p:blipFill>
        <p:spPr>
          <a:xfrm>
            <a:off x="950976" y="7589520"/>
            <a:ext cx="16386048" cy="1225296"/>
          </a:xfrm>
          <a:prstGeom prst="rect">
            <a:avLst/>
          </a:prstGeom>
        </p:spPr>
      </p:pic>
      <p:sp>
        <p:nvSpPr>
          <p:cNvPr id="25" name="Slide Number Placeholder 0"/>
          <p:cNvSpPr>
            <a:spLocks noGrp="1"/>
          </p:cNvSpPr>
          <p:nvPr>
            <p:ph type="sldNum" sz="quarter" idx="4294967295"/>
          </p:nvPr>
        </p:nvSpPr>
        <p:spPr>
          <a:xfrm>
            <a:off x="16733520" y="9582912"/>
            <a:ext cx="603504"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CDC5B9"/>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950976" y="749808"/>
            <a:ext cx="9144000" cy="384048"/>
          </a:xfrm>
          <a:prstGeom prst="rect">
            <a:avLst/>
          </a:prstGeom>
          <a:noFill/>
          <a:ln/>
        </p:spPr>
        <p:txBody>
          <a:bodyPr wrap="square" lIns="0" tIns="0" rIns="0" bIns="0" rtlCol="0" anchor="ctr"/>
          <a:lstStyle/>
          <a:p>
            <a:pPr marL="0" indent="0" algn="l">
              <a:buNone/>
            </a:pPr>
            <a:r>
              <a:rPr lang="en-US" sz="1800" kern="0" spc="60" dirty="0">
                <a:solidFill>
                  <a:srgbClr val="BACCC3"/>
                </a:solidFill>
                <a:latin typeface="Pretendard" pitchFamily="34" charset="0"/>
                <a:ea typeface="Pretendard" pitchFamily="34" charset="-122"/>
                <a:cs typeface="Pretendard" pitchFamily="34" charset="-120"/>
              </a:rPr>
              <a:t>Chapter 5.</a:t>
            </a:r>
            <a:endParaRPr lang="en-US" sz="1800" dirty="0"/>
          </a:p>
        </p:txBody>
      </p:sp>
      <p:sp>
        <p:nvSpPr>
          <p:cNvPr id="3" name="Text 0"/>
          <p:cNvSpPr txBox="1">
            <a:spLocks noGrp="1"/>
          </p:cNvSpPr>
          <p:nvPr>
            <p:ph type="title" idx="101" hasCustomPrompt="1"/>
          </p:nvPr>
        </p:nvSpPr>
        <p:spPr>
          <a:xfrm>
            <a:off x="950976" y="1152144"/>
            <a:ext cx="12435840" cy="713232"/>
          </a:xfrm>
          <a:prstGeom prst="rect">
            <a:avLst/>
          </a:prstGeom>
          <a:noFill/>
          <a:ln/>
        </p:spPr>
        <p:txBody>
          <a:bodyPr wrap="square" lIns="0" tIns="0" rIns="0" bIns="0" rtlCol="0" anchor="ctr"/>
          <a:lstStyle/>
          <a:p>
            <a:pPr marL="0" indent="0" algn="l">
              <a:buNone/>
            </a:pPr>
            <a:r>
              <a:rPr lang="en-US" sz="3800" b="1" dirty="0">
                <a:solidFill>
                  <a:srgbClr val="6A7E74"/>
                </a:solidFill>
                <a:latin typeface="Pretendard" pitchFamily="34" charset="0"/>
                <a:ea typeface="Pretendard" pitchFamily="34" charset="-122"/>
                <a:cs typeface="Pretendard" pitchFamily="34" charset="-120"/>
              </a:rPr>
              <a:t>Flesh </a:t>
            </a:r>
            <a:r>
              <a:rPr lang="en-US" sz="3800" b="1" dirty="0" err="1">
                <a:solidFill>
                  <a:srgbClr val="6A7E74"/>
                </a:solidFill>
                <a:latin typeface="Pretendard" pitchFamily="34" charset="0"/>
                <a:ea typeface="Pretendard" pitchFamily="34" charset="-122"/>
                <a:cs typeface="Pretendard" pitchFamily="34" charset="-120"/>
              </a:rPr>
              <a:t>결과</a:t>
            </a:r>
            <a:r>
              <a:rPr lang="en-US" sz="3800" b="1" dirty="0">
                <a:solidFill>
                  <a:srgbClr val="6A7E74"/>
                </a:solidFill>
                <a:latin typeface="Pretendard" pitchFamily="34" charset="0"/>
                <a:ea typeface="Pretendard" pitchFamily="34" charset="-122"/>
                <a:cs typeface="Pretendard" pitchFamily="34" charset="-120"/>
              </a:rPr>
              <a:t> + GPU </a:t>
            </a:r>
            <a:r>
              <a:rPr lang="en-US" sz="3800" b="1" dirty="0" err="1">
                <a:solidFill>
                  <a:srgbClr val="6A7E74"/>
                </a:solidFill>
                <a:latin typeface="Pretendard" pitchFamily="34" charset="0"/>
                <a:ea typeface="Pretendard" pitchFamily="34" charset="-122"/>
                <a:cs typeface="Pretendard" pitchFamily="34" charset="-120"/>
              </a:rPr>
              <a:t>스키닝</a:t>
            </a:r>
            <a:endParaRPr lang="en-US" sz="3800" dirty="0"/>
          </a:p>
        </p:txBody>
      </p:sp>
      <p:sp>
        <p:nvSpPr>
          <p:cNvPr id="4" name="band_412"/>
          <p:cNvSpPr/>
          <p:nvPr/>
        </p:nvSpPr>
        <p:spPr>
          <a:xfrm>
            <a:off x="950976" y="2523744"/>
            <a:ext cx="16386048" cy="1152144"/>
          </a:xfrm>
          <a:prstGeom prst="roundRect">
            <a:avLst>
              <a:gd name="adj" fmla="val 9524"/>
            </a:avLst>
          </a:prstGeom>
          <a:solidFill>
            <a:srgbClr val="BACCC3"/>
          </a:solidFill>
          <a:ln/>
        </p:spPr>
        <p:txBody>
          <a:bodyPr/>
          <a:lstStyle/>
          <a:p>
            <a:endParaRPr lang="ko-KR" altLang="en-US"/>
          </a:p>
        </p:txBody>
      </p:sp>
      <p:sp>
        <p:nvSpPr>
          <p:cNvPr id="5" name="t_413"/>
          <p:cNvSpPr txBox="1"/>
          <p:nvPr/>
        </p:nvSpPr>
        <p:spPr>
          <a:xfrm>
            <a:off x="1353312" y="2706624"/>
            <a:ext cx="15581376" cy="786384"/>
          </a:xfrm>
          <a:prstGeom prst="rect">
            <a:avLst/>
          </a:prstGeom>
          <a:noFill/>
          <a:ln/>
        </p:spPr>
        <p:txBody>
          <a:bodyPr wrap="square" lIns="0" tIns="0" rIns="0" bIns="0" rtlCol="0" anchor="ctr"/>
          <a:lstStyle/>
          <a:p>
            <a:pPr marL="0" indent="0">
              <a:lnSpc>
                <a:spcPct val="145000"/>
              </a:lnSpc>
              <a:buNone/>
            </a:pPr>
            <a:r>
              <a:rPr lang="en-US" dirty="0" err="1">
                <a:solidFill>
                  <a:srgbClr val="222222"/>
                </a:solidFill>
                <a:latin typeface="Pretendard" pitchFamily="34" charset="0"/>
                <a:ea typeface="Pretendard" pitchFamily="34" charset="-122"/>
                <a:cs typeface="Pretendard" pitchFamily="34" charset="-120"/>
              </a:rPr>
              <a:t>Flesh가</a:t>
            </a:r>
            <a:r>
              <a:rPr lang="en-US" dirty="0">
                <a:solidFill>
                  <a:srgbClr val="222222"/>
                </a:solidFill>
                <a:latin typeface="Pretendard" pitchFamily="34" charset="0"/>
                <a:ea typeface="Pretendard" pitchFamily="34" charset="-122"/>
                <a:cs typeface="Pretendard" pitchFamily="34" charset="-120"/>
              </a:rPr>
              <a:t> 계산한 표면 위치를 GPU 스키닝 </a:t>
            </a:r>
            <a:r>
              <a:rPr lang="en-US" dirty="0" err="1">
                <a:solidFill>
                  <a:srgbClr val="222222"/>
                </a:solidFill>
                <a:latin typeface="Pretendard" pitchFamily="34" charset="0"/>
                <a:ea typeface="Pretendard" pitchFamily="34" charset="-122"/>
                <a:cs typeface="Pretendard" pitchFamily="34" charset="-120"/>
              </a:rPr>
              <a:t>직후에</a:t>
            </a:r>
            <a:r>
              <a:rPr lang="en-US" dirty="0">
                <a:solidFill>
                  <a:srgbClr val="222222"/>
                </a:solidFill>
                <a:latin typeface="Pretendard" pitchFamily="34" charset="0"/>
                <a:ea typeface="Pretendard" pitchFamily="34" charset="-122"/>
                <a:cs typeface="Pretendard" pitchFamily="34" charset="-120"/>
              </a:rPr>
              <a:t> 섞</a:t>
            </a:r>
            <a:r>
              <a:rPr lang="ko-KR" altLang="en-US" dirty="0">
                <a:solidFill>
                  <a:srgbClr val="222222"/>
                </a:solidFill>
                <a:latin typeface="Pretendard" pitchFamily="34" charset="0"/>
                <a:ea typeface="Pretendard" pitchFamily="34" charset="-122"/>
                <a:cs typeface="Pretendard" pitchFamily="34" charset="-120"/>
              </a:rPr>
              <a:t>기</a:t>
            </a:r>
            <a:r>
              <a:rPr lang="en-US" dirty="0">
                <a:solidFill>
                  <a:srgbClr val="222222"/>
                </a:solidFill>
                <a:latin typeface="Pretendard" pitchFamily="34" charset="0"/>
                <a:ea typeface="Pretendard" pitchFamily="34" charset="-122"/>
                <a:cs typeface="Pretendard" pitchFamily="34" charset="-120"/>
              </a:rPr>
              <a:t> </a:t>
            </a:r>
            <a:br>
              <a:rPr lang="en-US" dirty="0">
                <a:solidFill>
                  <a:srgbClr val="222222"/>
                </a:solidFill>
                <a:latin typeface="Pretendard" pitchFamily="34" charset="0"/>
                <a:ea typeface="Pretendard" pitchFamily="34" charset="-122"/>
                <a:cs typeface="Pretendard" pitchFamily="34" charset="-120"/>
              </a:rPr>
            </a:br>
            <a:r>
              <a:rPr lang="en-US" sz="1400" dirty="0" err="1">
                <a:solidFill>
                  <a:srgbClr val="444444"/>
                </a:solidFill>
                <a:latin typeface="Pretendard" pitchFamily="34" charset="0"/>
                <a:ea typeface="Pretendard" pitchFamily="34" charset="-122"/>
                <a:cs typeface="Pretendard" pitchFamily="34" charset="-120"/>
              </a:rPr>
              <a:t>컴퓨트</a:t>
            </a:r>
            <a:r>
              <a:rPr lang="en-US" sz="1400" dirty="0">
                <a:solidFill>
                  <a:srgbClr val="444444"/>
                </a:solidFill>
                <a:latin typeface="Pretendard" pitchFamily="34" charset="0"/>
                <a:ea typeface="Pretendard" pitchFamily="34" charset="-122"/>
                <a:cs typeface="Pretendard" pitchFamily="34" charset="-120"/>
              </a:rPr>
              <a:t> 셰이더에서  lerp(스키닝 결과, Flesh 결과, Blend)  로 합성한다.</a:t>
            </a:r>
            <a:endParaRPr lang="en-US" dirty="0"/>
          </a:p>
        </p:txBody>
      </p:sp>
      <p:sp>
        <p:nvSpPr>
          <p:cNvPr id="28" name="fr_436"/>
          <p:cNvSpPr/>
          <p:nvPr/>
        </p:nvSpPr>
        <p:spPr>
          <a:xfrm>
            <a:off x="1435093" y="3813048"/>
            <a:ext cx="6992922" cy="4633784"/>
          </a:xfrm>
          <a:prstGeom prst="rect">
            <a:avLst/>
          </a:prstGeom>
          <a:solidFill>
            <a:srgbClr val="E4DFD8"/>
          </a:solidFill>
          <a:ln/>
        </p:spPr>
        <p:txBody>
          <a:bodyPr/>
          <a:lstStyle/>
          <a:p>
            <a:endParaRPr lang="ko-KR" altLang="en-US"/>
          </a:p>
        </p:txBody>
      </p:sp>
      <p:pic>
        <p:nvPicPr>
          <p:cNvPr id="29" name="img_437" descr="C:\Users\JEONG_N_G_PC\AppData\Local\Temp\claude\D--Git-PianoHandSimulator\6f3d9562-c739-4e48-96d6-5ec586ac821c\scratchpad\img/lt_flesh_hand.png"/>
          <p:cNvPicPr>
            <a:picLocks noChangeAspect="1"/>
          </p:cNvPicPr>
          <p:nvPr/>
        </p:nvPicPr>
        <p:blipFill>
          <a:blip r:embed="rId3"/>
          <a:srcRect/>
          <a:stretch/>
        </p:blipFill>
        <p:spPr>
          <a:xfrm>
            <a:off x="1480812" y="3858768"/>
            <a:ext cx="6853621" cy="5850652"/>
          </a:xfrm>
          <a:prstGeom prst="rect">
            <a:avLst/>
          </a:prstGeom>
        </p:spPr>
      </p:pic>
      <p:sp>
        <p:nvSpPr>
          <p:cNvPr id="30" name="t_438"/>
          <p:cNvSpPr txBox="1"/>
          <p:nvPr/>
        </p:nvSpPr>
        <p:spPr>
          <a:xfrm>
            <a:off x="8601028" y="6532441"/>
            <a:ext cx="4498848" cy="310896"/>
          </a:xfrm>
          <a:prstGeom prst="rect">
            <a:avLst/>
          </a:prstGeom>
          <a:noFill/>
          <a:ln/>
        </p:spPr>
        <p:txBody>
          <a:bodyPr wrap="square" lIns="0" tIns="0" rIns="0" bIns="0" rtlCol="0" anchor="t"/>
          <a:lstStyle/>
          <a:p>
            <a:pPr marL="0" indent="0" algn="ctr">
              <a:lnSpc>
                <a:spcPct val="125000"/>
              </a:lnSpc>
              <a:buNone/>
            </a:pPr>
            <a:r>
              <a:rPr lang="en-US" sz="1200" dirty="0">
                <a:solidFill>
                  <a:srgbClr val="444444"/>
                </a:solidFill>
                <a:latin typeface="Pretendard" pitchFamily="34" charset="0"/>
                <a:ea typeface="Pretendard" pitchFamily="34" charset="-122"/>
                <a:cs typeface="Pretendard" pitchFamily="34" charset="-120"/>
              </a:rPr>
              <a:t>Flesh + GPU 스키닝 통합 결과 (L_FleshTest)</a:t>
            </a:r>
            <a:endParaRPr lang="en-US" sz="1200" dirty="0"/>
          </a:p>
          <a:p>
            <a:pPr marL="0" indent="0" algn="ctr">
              <a:lnSpc>
                <a:spcPct val="125000"/>
              </a:lnSpc>
              <a:buNone/>
            </a:pPr>
            <a:r>
              <a:rPr lang="en-US" sz="1200" dirty="0">
                <a:solidFill>
                  <a:srgbClr val="444444"/>
                </a:solidFill>
                <a:latin typeface="Pretendard" pitchFamily="34" charset="0"/>
                <a:ea typeface="Pretendard" pitchFamily="34" charset="-122"/>
                <a:cs typeface="Pretendard" pitchFamily="34" charset="-120"/>
              </a:rPr>
              <a:t>Flesh 쪽 표면이 평균 0.3 cm 더 두껍다</a:t>
            </a:r>
            <a:endParaRPr lang="en-US" sz="1200" dirty="0"/>
          </a:p>
        </p:txBody>
      </p:sp>
      <p:sp>
        <p:nvSpPr>
          <p:cNvPr id="31" name="Slide Number Placeholder 0"/>
          <p:cNvSpPr>
            <a:spLocks noGrp="1"/>
          </p:cNvSpPr>
          <p:nvPr>
            <p:ph type="sldNum" sz="quarter" idx="4294967295"/>
          </p:nvPr>
        </p:nvSpPr>
        <p:spPr>
          <a:xfrm>
            <a:off x="16733520" y="9582912"/>
            <a:ext cx="603504"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CDC5B9"/>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950976" y="749808"/>
            <a:ext cx="9144000" cy="384048"/>
          </a:xfrm>
          <a:prstGeom prst="rect">
            <a:avLst/>
          </a:prstGeom>
          <a:noFill/>
          <a:ln/>
        </p:spPr>
        <p:txBody>
          <a:bodyPr wrap="square" lIns="0" tIns="0" rIns="0" bIns="0" rtlCol="0" anchor="ctr"/>
          <a:lstStyle/>
          <a:p>
            <a:pPr marL="0" indent="0" algn="l">
              <a:buNone/>
            </a:pPr>
            <a:r>
              <a:rPr lang="en-US" sz="1800" kern="0" spc="60" dirty="0">
                <a:solidFill>
                  <a:srgbClr val="BACCC3"/>
                </a:solidFill>
                <a:latin typeface="Pretendard" pitchFamily="34" charset="0"/>
                <a:ea typeface="Pretendard" pitchFamily="34" charset="-122"/>
                <a:cs typeface="Pretendard" pitchFamily="34" charset="-120"/>
              </a:rPr>
              <a:t>Chapter 5.</a:t>
            </a:r>
            <a:endParaRPr lang="en-US" sz="1800" dirty="0"/>
          </a:p>
        </p:txBody>
      </p:sp>
      <p:sp>
        <p:nvSpPr>
          <p:cNvPr id="3" name="Text 0"/>
          <p:cNvSpPr txBox="1">
            <a:spLocks noGrp="1"/>
          </p:cNvSpPr>
          <p:nvPr>
            <p:ph type="title" idx="101" hasCustomPrompt="1"/>
          </p:nvPr>
        </p:nvSpPr>
        <p:spPr>
          <a:xfrm>
            <a:off x="950976" y="1152144"/>
            <a:ext cx="12435840" cy="713232"/>
          </a:xfrm>
          <a:prstGeom prst="rect">
            <a:avLst/>
          </a:prstGeom>
          <a:noFill/>
          <a:ln/>
        </p:spPr>
        <p:txBody>
          <a:bodyPr wrap="square" lIns="0" tIns="0" rIns="0" bIns="0" rtlCol="0" anchor="ctr"/>
          <a:lstStyle/>
          <a:p>
            <a:pPr marL="0" indent="0" algn="l">
              <a:buNone/>
            </a:pPr>
            <a:r>
              <a:rPr lang="ko-KR" altLang="en-US" sz="3800" dirty="0"/>
              <a:t>현황</a:t>
            </a:r>
            <a:endParaRPr lang="en-US" sz="3800" dirty="0"/>
          </a:p>
        </p:txBody>
      </p:sp>
      <p:sp>
        <p:nvSpPr>
          <p:cNvPr id="4" name="hl_441"/>
          <p:cNvSpPr/>
          <p:nvPr/>
        </p:nvSpPr>
        <p:spPr>
          <a:xfrm>
            <a:off x="950976" y="2615184"/>
            <a:ext cx="3643884" cy="0"/>
          </a:xfrm>
          <a:prstGeom prst="line">
            <a:avLst/>
          </a:prstGeom>
          <a:noFill/>
          <a:ln w="17780">
            <a:solidFill>
              <a:srgbClr val="CDC5B9"/>
            </a:solidFill>
            <a:prstDash val="solid"/>
          </a:ln>
        </p:spPr>
        <p:txBody>
          <a:bodyPr/>
          <a:lstStyle/>
          <a:p>
            <a:endParaRPr lang="ko-KR" altLang="en-US"/>
          </a:p>
        </p:txBody>
      </p:sp>
      <p:sp>
        <p:nvSpPr>
          <p:cNvPr id="5" name="t_442"/>
          <p:cNvSpPr txBox="1"/>
          <p:nvPr/>
        </p:nvSpPr>
        <p:spPr>
          <a:xfrm>
            <a:off x="950976" y="2816352"/>
            <a:ext cx="3643884" cy="676656"/>
          </a:xfrm>
          <a:prstGeom prst="rect">
            <a:avLst/>
          </a:prstGeom>
          <a:noFill/>
          <a:ln/>
        </p:spPr>
        <p:txBody>
          <a:bodyPr wrap="square" lIns="0" tIns="0" rIns="0" bIns="0" rtlCol="0" anchor="ctr"/>
          <a:lstStyle/>
          <a:p>
            <a:pPr marL="0" indent="0" algn="l">
              <a:buNone/>
            </a:pPr>
            <a:r>
              <a:rPr lang="en-US" sz="3400" b="1" dirty="0">
                <a:solidFill>
                  <a:srgbClr val="222222"/>
                </a:solidFill>
                <a:latin typeface="Pretendard" pitchFamily="34" charset="0"/>
                <a:ea typeface="Pretendard" pitchFamily="34" charset="-122"/>
                <a:cs typeface="Pretendard" pitchFamily="34" charset="-120"/>
              </a:rPr>
              <a:t>5,688</a:t>
            </a:r>
            <a:endParaRPr lang="en-US" sz="3400" dirty="0"/>
          </a:p>
        </p:txBody>
      </p:sp>
      <p:sp>
        <p:nvSpPr>
          <p:cNvPr id="6" name="t_443"/>
          <p:cNvSpPr txBox="1"/>
          <p:nvPr/>
        </p:nvSpPr>
        <p:spPr>
          <a:xfrm>
            <a:off x="950976" y="3547872"/>
            <a:ext cx="3643884" cy="694944"/>
          </a:xfrm>
          <a:prstGeom prst="rect">
            <a:avLst/>
          </a:prstGeom>
          <a:noFill/>
          <a:ln/>
        </p:spPr>
        <p:txBody>
          <a:bodyPr wrap="square" lIns="0" tIns="0" rIns="0" bIns="0" rtlCol="0" anchor="t"/>
          <a:lstStyle/>
          <a:p>
            <a:pPr marL="0" indent="0" algn="l">
              <a:lnSpc>
                <a:spcPct val="135000"/>
              </a:lnSpc>
              <a:buNone/>
            </a:pPr>
            <a:r>
              <a:rPr lang="en-US" sz="1350" dirty="0">
                <a:solidFill>
                  <a:srgbClr val="444444"/>
                </a:solidFill>
                <a:latin typeface="Pretendard" pitchFamily="34" charset="0"/>
                <a:ea typeface="Pretendard" pitchFamily="34" charset="-122"/>
                <a:cs typeface="Pretendard" pitchFamily="34" charset="-120"/>
              </a:rPr>
              <a:t>사면체 정점 수 (TetWild)</a:t>
            </a:r>
            <a:endParaRPr lang="en-US" sz="1350" dirty="0"/>
          </a:p>
        </p:txBody>
      </p:sp>
      <p:sp>
        <p:nvSpPr>
          <p:cNvPr id="7" name="hl_444"/>
          <p:cNvSpPr/>
          <p:nvPr/>
        </p:nvSpPr>
        <p:spPr>
          <a:xfrm>
            <a:off x="5198364" y="2615184"/>
            <a:ext cx="3643884" cy="0"/>
          </a:xfrm>
          <a:prstGeom prst="line">
            <a:avLst/>
          </a:prstGeom>
          <a:noFill/>
          <a:ln w="17780">
            <a:solidFill>
              <a:srgbClr val="466456"/>
            </a:solidFill>
            <a:prstDash val="solid"/>
          </a:ln>
        </p:spPr>
        <p:txBody>
          <a:bodyPr/>
          <a:lstStyle/>
          <a:p>
            <a:endParaRPr lang="ko-KR" altLang="en-US"/>
          </a:p>
        </p:txBody>
      </p:sp>
      <p:sp>
        <p:nvSpPr>
          <p:cNvPr id="8" name="t_445"/>
          <p:cNvSpPr txBox="1"/>
          <p:nvPr/>
        </p:nvSpPr>
        <p:spPr>
          <a:xfrm>
            <a:off x="5198364" y="2816352"/>
            <a:ext cx="3643884" cy="676656"/>
          </a:xfrm>
          <a:prstGeom prst="rect">
            <a:avLst/>
          </a:prstGeom>
          <a:noFill/>
          <a:ln/>
        </p:spPr>
        <p:txBody>
          <a:bodyPr wrap="square" lIns="0" tIns="0" rIns="0" bIns="0" rtlCol="0" anchor="ctr"/>
          <a:lstStyle/>
          <a:p>
            <a:pPr marL="0" indent="0" algn="l">
              <a:buNone/>
            </a:pPr>
            <a:r>
              <a:rPr lang="en-US" sz="3600" b="1" dirty="0">
                <a:solidFill>
                  <a:srgbClr val="466456"/>
                </a:solidFill>
                <a:latin typeface="Pretendard" pitchFamily="34" charset="0"/>
                <a:ea typeface="Pretendard" pitchFamily="34" charset="-122"/>
                <a:cs typeface="Pretendard" pitchFamily="34" charset="-120"/>
              </a:rPr>
              <a:t>0</a:t>
            </a:r>
            <a:endParaRPr lang="en-US" sz="3600" dirty="0"/>
          </a:p>
        </p:txBody>
      </p:sp>
      <p:sp>
        <p:nvSpPr>
          <p:cNvPr id="9" name="t_446"/>
          <p:cNvSpPr txBox="1"/>
          <p:nvPr/>
        </p:nvSpPr>
        <p:spPr>
          <a:xfrm>
            <a:off x="5198364" y="3547872"/>
            <a:ext cx="3643884" cy="694944"/>
          </a:xfrm>
          <a:prstGeom prst="rect">
            <a:avLst/>
          </a:prstGeom>
          <a:noFill/>
          <a:ln/>
        </p:spPr>
        <p:txBody>
          <a:bodyPr wrap="square" lIns="0" tIns="0" rIns="0" bIns="0" rtlCol="0" anchor="t"/>
          <a:lstStyle/>
          <a:p>
            <a:pPr marL="0" indent="0" algn="l">
              <a:lnSpc>
                <a:spcPct val="135000"/>
              </a:lnSpc>
              <a:buNone/>
            </a:pPr>
            <a:r>
              <a:rPr lang="en-US" sz="1350" dirty="0">
                <a:solidFill>
                  <a:srgbClr val="444444"/>
                </a:solidFill>
                <a:latin typeface="Pretendard" pitchFamily="34" charset="0"/>
                <a:ea typeface="Pretendard" pitchFamily="34" charset="-122"/>
                <a:cs typeface="Pretendard" pitchFamily="34" charset="-120"/>
              </a:rPr>
              <a:t>바인딩 에러 (뼈 22개 전부 성공)</a:t>
            </a:r>
            <a:endParaRPr lang="en-US" sz="1350" dirty="0"/>
          </a:p>
        </p:txBody>
      </p:sp>
      <p:sp>
        <p:nvSpPr>
          <p:cNvPr id="10" name="hl_447"/>
          <p:cNvSpPr/>
          <p:nvPr/>
        </p:nvSpPr>
        <p:spPr>
          <a:xfrm>
            <a:off x="9445752" y="2615184"/>
            <a:ext cx="3643884" cy="0"/>
          </a:xfrm>
          <a:prstGeom prst="line">
            <a:avLst/>
          </a:prstGeom>
          <a:noFill/>
          <a:ln w="17780">
            <a:solidFill>
              <a:srgbClr val="466456"/>
            </a:solidFill>
            <a:prstDash val="solid"/>
          </a:ln>
        </p:spPr>
        <p:txBody>
          <a:bodyPr/>
          <a:lstStyle/>
          <a:p>
            <a:endParaRPr lang="ko-KR" altLang="en-US"/>
          </a:p>
        </p:txBody>
      </p:sp>
      <p:sp>
        <p:nvSpPr>
          <p:cNvPr id="11" name="t_448"/>
          <p:cNvSpPr txBox="1"/>
          <p:nvPr/>
        </p:nvSpPr>
        <p:spPr>
          <a:xfrm>
            <a:off x="9445752" y="2816352"/>
            <a:ext cx="3643884" cy="676656"/>
          </a:xfrm>
          <a:prstGeom prst="rect">
            <a:avLst/>
          </a:prstGeom>
          <a:noFill/>
          <a:ln/>
        </p:spPr>
        <p:txBody>
          <a:bodyPr wrap="square" lIns="0" tIns="0" rIns="0" bIns="0" rtlCol="0" anchor="ctr"/>
          <a:lstStyle/>
          <a:p>
            <a:pPr marL="0" indent="0" algn="l">
              <a:buNone/>
            </a:pPr>
            <a:r>
              <a:rPr lang="en-US" sz="3200" b="1" dirty="0">
                <a:solidFill>
                  <a:srgbClr val="466456"/>
                </a:solidFill>
                <a:latin typeface="Pretendard" pitchFamily="34" charset="0"/>
                <a:ea typeface="Pretendard" pitchFamily="34" charset="-122"/>
                <a:cs typeface="Pretendard" pitchFamily="34" charset="-120"/>
              </a:rPr>
              <a:t>74,186</a:t>
            </a:r>
            <a:endParaRPr lang="en-US" sz="3200" dirty="0"/>
          </a:p>
        </p:txBody>
      </p:sp>
      <p:sp>
        <p:nvSpPr>
          <p:cNvPr id="12" name="t_449"/>
          <p:cNvSpPr txBox="1"/>
          <p:nvPr/>
        </p:nvSpPr>
        <p:spPr>
          <a:xfrm>
            <a:off x="9445752" y="3547872"/>
            <a:ext cx="3643884" cy="694944"/>
          </a:xfrm>
          <a:prstGeom prst="rect">
            <a:avLst/>
          </a:prstGeom>
          <a:noFill/>
          <a:ln/>
        </p:spPr>
        <p:txBody>
          <a:bodyPr wrap="square" lIns="0" tIns="0" rIns="0" bIns="0" rtlCol="0" anchor="t"/>
          <a:lstStyle/>
          <a:p>
            <a:pPr marL="0" indent="0" algn="l">
              <a:lnSpc>
                <a:spcPct val="135000"/>
              </a:lnSpc>
              <a:buNone/>
            </a:pPr>
            <a:r>
              <a:rPr lang="en-US" sz="1350" dirty="0">
                <a:solidFill>
                  <a:srgbClr val="444444"/>
                </a:solidFill>
                <a:latin typeface="Pretendard" pitchFamily="34" charset="0"/>
                <a:ea typeface="Pretendard" pitchFamily="34" charset="-122"/>
                <a:cs typeface="Pretendard" pitchFamily="34" charset="-120"/>
              </a:rPr>
              <a:t>렌더 메시 바인딩 정점</a:t>
            </a:r>
            <a:endParaRPr lang="en-US" sz="1350" dirty="0"/>
          </a:p>
          <a:p>
            <a:pPr marL="0" indent="0" algn="l">
              <a:lnSpc>
                <a:spcPct val="135000"/>
              </a:lnSpc>
              <a:buNone/>
            </a:pPr>
            <a:r>
              <a:rPr lang="en-US" sz="1350" dirty="0">
                <a:solidFill>
                  <a:srgbClr val="444444"/>
                </a:solidFill>
                <a:latin typeface="Pretendard" pitchFamily="34" charset="0"/>
                <a:ea typeface="Pretendard" pitchFamily="34" charset="-122"/>
                <a:cs typeface="Pretendard" pitchFamily="34" charset="-120"/>
              </a:rPr>
              <a:t>고아 · 재부모 정점 0</a:t>
            </a:r>
            <a:endParaRPr lang="en-US" sz="1350" dirty="0"/>
          </a:p>
        </p:txBody>
      </p:sp>
      <p:sp>
        <p:nvSpPr>
          <p:cNvPr id="13" name="hl_450"/>
          <p:cNvSpPr/>
          <p:nvPr/>
        </p:nvSpPr>
        <p:spPr>
          <a:xfrm>
            <a:off x="13693140" y="2615184"/>
            <a:ext cx="3643884" cy="0"/>
          </a:xfrm>
          <a:prstGeom prst="line">
            <a:avLst/>
          </a:prstGeom>
          <a:noFill/>
          <a:ln w="17780">
            <a:solidFill>
              <a:srgbClr val="466456"/>
            </a:solidFill>
            <a:prstDash val="solid"/>
          </a:ln>
        </p:spPr>
        <p:txBody>
          <a:bodyPr/>
          <a:lstStyle/>
          <a:p>
            <a:endParaRPr lang="ko-KR" altLang="en-US"/>
          </a:p>
        </p:txBody>
      </p:sp>
      <p:sp>
        <p:nvSpPr>
          <p:cNvPr id="14" name="t_451"/>
          <p:cNvSpPr txBox="1"/>
          <p:nvPr/>
        </p:nvSpPr>
        <p:spPr>
          <a:xfrm>
            <a:off x="13693140" y="2816352"/>
            <a:ext cx="3643884" cy="676656"/>
          </a:xfrm>
          <a:prstGeom prst="rect">
            <a:avLst/>
          </a:prstGeom>
          <a:noFill/>
          <a:ln/>
        </p:spPr>
        <p:txBody>
          <a:bodyPr wrap="square" lIns="0" tIns="0" rIns="0" bIns="0" rtlCol="0" anchor="ctr"/>
          <a:lstStyle/>
          <a:p>
            <a:pPr marL="0" indent="0" algn="l">
              <a:buNone/>
            </a:pPr>
            <a:r>
              <a:rPr lang="en-US" sz="3600" b="1" dirty="0">
                <a:solidFill>
                  <a:srgbClr val="466456"/>
                </a:solidFill>
                <a:latin typeface="Pretendard" pitchFamily="34" charset="0"/>
                <a:ea typeface="Pretendard" pitchFamily="34" charset="-122"/>
                <a:cs typeface="Pretendard" pitchFamily="34" charset="-120"/>
              </a:rPr>
              <a:t>0</a:t>
            </a:r>
            <a:endParaRPr lang="en-US" sz="3600" dirty="0"/>
          </a:p>
        </p:txBody>
      </p:sp>
      <p:sp>
        <p:nvSpPr>
          <p:cNvPr id="15" name="t_452"/>
          <p:cNvSpPr txBox="1"/>
          <p:nvPr/>
        </p:nvSpPr>
        <p:spPr>
          <a:xfrm>
            <a:off x="13693140" y="3547872"/>
            <a:ext cx="3643884" cy="694944"/>
          </a:xfrm>
          <a:prstGeom prst="rect">
            <a:avLst/>
          </a:prstGeom>
          <a:noFill/>
          <a:ln/>
        </p:spPr>
        <p:txBody>
          <a:bodyPr wrap="square" lIns="0" tIns="0" rIns="0" bIns="0" rtlCol="0" anchor="t"/>
          <a:lstStyle/>
          <a:p>
            <a:pPr marL="0" indent="0" algn="l">
              <a:lnSpc>
                <a:spcPct val="135000"/>
              </a:lnSpc>
              <a:buNone/>
            </a:pPr>
            <a:r>
              <a:rPr lang="en-US" sz="1350" dirty="0">
                <a:solidFill>
                  <a:srgbClr val="444444"/>
                </a:solidFill>
                <a:latin typeface="Pretendard" pitchFamily="34" charset="0"/>
                <a:ea typeface="Pretendard" pitchFamily="34" charset="-122"/>
                <a:cs typeface="Pretendard" pitchFamily="34" charset="-120"/>
              </a:rPr>
              <a:t>시뮬레이션 발산 · 폭발 프레임</a:t>
            </a:r>
            <a:endParaRPr lang="en-US" sz="1350" dirty="0"/>
          </a:p>
        </p:txBody>
      </p:sp>
      <p:sp>
        <p:nvSpPr>
          <p:cNvPr id="16" name="t_453"/>
          <p:cNvSpPr txBox="1"/>
          <p:nvPr/>
        </p:nvSpPr>
        <p:spPr>
          <a:xfrm>
            <a:off x="950976" y="4992624"/>
            <a:ext cx="5486400" cy="365760"/>
          </a:xfrm>
          <a:prstGeom prst="rect">
            <a:avLst/>
          </a:prstGeom>
          <a:noFill/>
          <a:ln/>
        </p:spPr>
        <p:txBody>
          <a:bodyPr wrap="square" lIns="0" tIns="0" rIns="0" bIns="0" rtlCol="0" anchor="ctr"/>
          <a:lstStyle/>
          <a:p>
            <a:pPr marL="0" indent="0">
              <a:buNone/>
            </a:pPr>
            <a:r>
              <a:rPr lang="ko-KR" altLang="en-US" sz="1500" dirty="0"/>
              <a:t>문제점</a:t>
            </a:r>
            <a:endParaRPr lang="en-US" sz="1500" dirty="0"/>
          </a:p>
        </p:txBody>
      </p:sp>
      <p:sp>
        <p:nvSpPr>
          <p:cNvPr id="17" name="hl_454"/>
          <p:cNvSpPr/>
          <p:nvPr/>
        </p:nvSpPr>
        <p:spPr>
          <a:xfrm>
            <a:off x="950976" y="5486400"/>
            <a:ext cx="16386048" cy="0"/>
          </a:xfrm>
          <a:prstGeom prst="line">
            <a:avLst/>
          </a:prstGeom>
          <a:noFill/>
          <a:ln w="9525">
            <a:solidFill>
              <a:srgbClr val="CDC5B9"/>
            </a:solidFill>
            <a:prstDash val="solid"/>
          </a:ln>
        </p:spPr>
        <p:txBody>
          <a:bodyPr/>
          <a:lstStyle/>
          <a:p>
            <a:endParaRPr lang="ko-KR" altLang="en-US"/>
          </a:p>
        </p:txBody>
      </p:sp>
      <p:sp>
        <p:nvSpPr>
          <p:cNvPr id="18" name="t_455"/>
          <p:cNvSpPr txBox="1"/>
          <p:nvPr/>
        </p:nvSpPr>
        <p:spPr>
          <a:xfrm>
            <a:off x="950976" y="5559552"/>
            <a:ext cx="4023360" cy="969264"/>
          </a:xfrm>
          <a:prstGeom prst="rect">
            <a:avLst/>
          </a:prstGeom>
          <a:noFill/>
          <a:ln/>
        </p:spPr>
        <p:txBody>
          <a:bodyPr wrap="square" lIns="0" tIns="0" rIns="0" bIns="0" rtlCol="0" anchor="ctr"/>
          <a:lstStyle/>
          <a:p>
            <a:pPr marL="0" indent="0">
              <a:buNone/>
            </a:pPr>
            <a:r>
              <a:rPr lang="en-US" sz="1650" b="1" dirty="0">
                <a:solidFill>
                  <a:srgbClr val="466456"/>
                </a:solidFill>
                <a:latin typeface="Pretendard" pitchFamily="34" charset="0"/>
                <a:ea typeface="Pretendard" pitchFamily="34" charset="-122"/>
                <a:cs typeface="Pretendard" pitchFamily="34" charset="-120"/>
              </a:rPr>
              <a:t>손끝 어긋남</a:t>
            </a:r>
            <a:endParaRPr lang="en-US" sz="1650" dirty="0"/>
          </a:p>
        </p:txBody>
      </p:sp>
      <p:sp>
        <p:nvSpPr>
          <p:cNvPr id="20" name="hl_457"/>
          <p:cNvSpPr/>
          <p:nvPr/>
        </p:nvSpPr>
        <p:spPr>
          <a:xfrm>
            <a:off x="950976" y="6601968"/>
            <a:ext cx="16386048" cy="0"/>
          </a:xfrm>
          <a:prstGeom prst="line">
            <a:avLst/>
          </a:prstGeom>
          <a:noFill/>
          <a:ln w="9525">
            <a:solidFill>
              <a:srgbClr val="CDC5B9"/>
            </a:solidFill>
            <a:prstDash val="solid"/>
          </a:ln>
        </p:spPr>
        <p:txBody>
          <a:bodyPr/>
          <a:lstStyle/>
          <a:p>
            <a:endParaRPr lang="ko-KR" altLang="en-US"/>
          </a:p>
        </p:txBody>
      </p:sp>
      <p:sp>
        <p:nvSpPr>
          <p:cNvPr id="21" name="t_458"/>
          <p:cNvSpPr txBox="1"/>
          <p:nvPr/>
        </p:nvSpPr>
        <p:spPr>
          <a:xfrm>
            <a:off x="950976" y="6675120"/>
            <a:ext cx="4023360" cy="969264"/>
          </a:xfrm>
          <a:prstGeom prst="rect">
            <a:avLst/>
          </a:prstGeom>
          <a:noFill/>
          <a:ln/>
        </p:spPr>
        <p:txBody>
          <a:bodyPr wrap="square" lIns="0" tIns="0" rIns="0" bIns="0" rtlCol="0" anchor="ctr"/>
          <a:lstStyle/>
          <a:p>
            <a:pPr marL="0" indent="0">
              <a:buNone/>
            </a:pPr>
            <a:r>
              <a:rPr lang="en-US" sz="1650" b="1" dirty="0">
                <a:solidFill>
                  <a:srgbClr val="466456"/>
                </a:solidFill>
                <a:latin typeface="Pretendard" pitchFamily="34" charset="0"/>
                <a:ea typeface="Pretendard" pitchFamily="34" charset="-122"/>
                <a:cs typeface="Pretendard" pitchFamily="34" charset="-120"/>
              </a:rPr>
              <a:t>안쪽 살 지글거림</a:t>
            </a:r>
            <a:endParaRPr lang="en-US" sz="1650" dirty="0"/>
          </a:p>
        </p:txBody>
      </p:sp>
      <p:sp>
        <p:nvSpPr>
          <p:cNvPr id="22" name="t_459"/>
          <p:cNvSpPr txBox="1"/>
          <p:nvPr/>
        </p:nvSpPr>
        <p:spPr>
          <a:xfrm>
            <a:off x="5248656" y="6675120"/>
            <a:ext cx="12088368" cy="969264"/>
          </a:xfrm>
          <a:prstGeom prst="rect">
            <a:avLst/>
          </a:prstGeom>
          <a:noFill/>
          <a:ln/>
        </p:spPr>
        <p:txBody>
          <a:bodyPr wrap="square" lIns="0" tIns="0" rIns="0" bIns="0" rtlCol="0" anchor="ctr"/>
          <a:lstStyle/>
          <a:p>
            <a:pPr marL="0" indent="0">
              <a:lnSpc>
                <a:spcPct val="130000"/>
              </a:lnSpc>
              <a:buNone/>
            </a:pPr>
            <a:r>
              <a:rPr lang="en-US" sz="1400">
                <a:solidFill>
                  <a:srgbClr val="222222"/>
                </a:solidFill>
                <a:latin typeface="Pretendard" pitchFamily="34" charset="0"/>
                <a:ea typeface="Pretendard" pitchFamily="34" charset="-122"/>
                <a:cs typeface="Pretendard" pitchFamily="34" charset="-120"/>
              </a:rPr>
              <a:t>주먹을 쥘 때 가장 안쪽 살이 떨린다. </a:t>
            </a:r>
            <a:r>
              <a:rPr lang="ko-KR" altLang="en-US" sz="1400">
                <a:solidFill>
                  <a:srgbClr val="222222"/>
                </a:solidFill>
                <a:latin typeface="Pretendard" pitchFamily="34" charset="0"/>
                <a:ea typeface="Pretendard" pitchFamily="34" charset="-122"/>
                <a:cs typeface="Pretendard" pitchFamily="34" charset="-120"/>
              </a:rPr>
              <a:t>내부에서 </a:t>
            </a:r>
            <a:r>
              <a:rPr lang="en-US" sz="1400">
                <a:solidFill>
                  <a:srgbClr val="222222"/>
                </a:solidFill>
                <a:latin typeface="Pretendard" pitchFamily="34" charset="0"/>
                <a:ea typeface="Pretendard" pitchFamily="34" charset="-122"/>
                <a:cs typeface="Pretendard" pitchFamily="34" charset="-120"/>
              </a:rPr>
              <a:t>자기충돌(self‑collision)</a:t>
            </a:r>
            <a:r>
              <a:rPr lang="ko-KR" altLang="en-US" sz="1400">
                <a:solidFill>
                  <a:srgbClr val="222222"/>
                </a:solidFill>
                <a:latin typeface="Pretendard" pitchFamily="34" charset="0"/>
                <a:ea typeface="Pretendard" pitchFamily="34" charset="-122"/>
                <a:cs typeface="Pretendard" pitchFamily="34" charset="-120"/>
              </a:rPr>
              <a:t>에 </a:t>
            </a:r>
            <a:r>
              <a:rPr lang="ko-KR" altLang="en-US" sz="1400" dirty="0">
                <a:solidFill>
                  <a:srgbClr val="222222"/>
                </a:solidFill>
                <a:latin typeface="Pretendard" pitchFamily="34" charset="0"/>
                <a:ea typeface="Pretendard" pitchFamily="34" charset="-122"/>
                <a:cs typeface="Pretendard" pitchFamily="34" charset="-120"/>
              </a:rPr>
              <a:t>대해 고려되지 않아서 </a:t>
            </a:r>
            <a:r>
              <a:rPr lang="ko-KR" altLang="en-US" sz="1400" dirty="0" err="1">
                <a:solidFill>
                  <a:srgbClr val="222222"/>
                </a:solidFill>
                <a:latin typeface="Pretendard" pitchFamily="34" charset="0"/>
                <a:ea typeface="Pretendard" pitchFamily="34" charset="-122"/>
                <a:cs typeface="Pretendard" pitchFamily="34" charset="-120"/>
              </a:rPr>
              <a:t>그런듯</a:t>
            </a:r>
            <a:endParaRPr lang="en-US" sz="1400" dirty="0"/>
          </a:p>
        </p:txBody>
      </p:sp>
      <p:sp>
        <p:nvSpPr>
          <p:cNvPr id="23" name="hl_460"/>
          <p:cNvSpPr/>
          <p:nvPr/>
        </p:nvSpPr>
        <p:spPr>
          <a:xfrm>
            <a:off x="950976" y="7717536"/>
            <a:ext cx="16386048" cy="0"/>
          </a:xfrm>
          <a:prstGeom prst="line">
            <a:avLst/>
          </a:prstGeom>
          <a:noFill/>
          <a:ln w="9525">
            <a:solidFill>
              <a:srgbClr val="CDC5B9"/>
            </a:solidFill>
            <a:prstDash val="solid"/>
          </a:ln>
        </p:spPr>
        <p:txBody>
          <a:bodyPr/>
          <a:lstStyle/>
          <a:p>
            <a:endParaRPr lang="ko-KR" altLang="en-US"/>
          </a:p>
        </p:txBody>
      </p:sp>
      <p:sp>
        <p:nvSpPr>
          <p:cNvPr id="32" name="t_456">
            <a:extLst>
              <a:ext uri="{FF2B5EF4-FFF2-40B4-BE49-F238E27FC236}">
                <a16:creationId xmlns:a16="http://schemas.microsoft.com/office/drawing/2014/main" id="{F467D72F-0EE7-1094-A408-E641BBB03B2F}"/>
              </a:ext>
            </a:extLst>
          </p:cNvPr>
          <p:cNvSpPr txBox="1"/>
          <p:nvPr/>
        </p:nvSpPr>
        <p:spPr>
          <a:xfrm>
            <a:off x="5248656" y="5559552"/>
            <a:ext cx="12088368" cy="969264"/>
          </a:xfrm>
          <a:prstGeom prst="rect">
            <a:avLst/>
          </a:prstGeom>
          <a:noFill/>
          <a:ln/>
        </p:spPr>
        <p:txBody>
          <a:bodyPr wrap="square" lIns="0" tIns="0" rIns="0" bIns="0" rtlCol="0" anchor="ctr"/>
          <a:lstStyle/>
          <a:p>
            <a:pPr marL="0" indent="0">
              <a:lnSpc>
                <a:spcPct val="130000"/>
              </a:lnSpc>
              <a:buNone/>
            </a:pPr>
            <a:r>
              <a:rPr lang="ko-KR" altLang="en-US" sz="1400" dirty="0">
                <a:solidFill>
                  <a:srgbClr val="222222"/>
                </a:solidFill>
                <a:latin typeface="Pretendard" pitchFamily="34" charset="0"/>
                <a:ea typeface="Pretendard" pitchFamily="34" charset="-122"/>
                <a:cs typeface="Pretendard" pitchFamily="34" charset="-120"/>
              </a:rPr>
              <a:t>실제 손끝과 피부 덩어리가 불일치한 현상 발생</a:t>
            </a:r>
            <a:br>
              <a:rPr lang="en-US" altLang="ko-KR" sz="1400" dirty="0">
                <a:solidFill>
                  <a:srgbClr val="222222"/>
                </a:solidFill>
                <a:latin typeface="Pretendard" pitchFamily="34" charset="0"/>
                <a:ea typeface="Pretendard" pitchFamily="34" charset="-122"/>
                <a:cs typeface="Pretendard" pitchFamily="34" charset="-120"/>
              </a:rPr>
            </a:br>
            <a:r>
              <a:rPr lang="ko-KR" altLang="en-US" sz="1400" dirty="0">
                <a:solidFill>
                  <a:srgbClr val="222222"/>
                </a:solidFill>
                <a:latin typeface="Pretendard" pitchFamily="34" charset="0"/>
                <a:ea typeface="Pretendard" pitchFamily="34" charset="-122"/>
                <a:cs typeface="Pretendard" pitchFamily="34" charset="-120"/>
              </a:rPr>
              <a:t>따라가는 속도가 느려서 지연이 발생할 때가 있음</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05AB2-30D3-581F-AE50-218E2EFC63A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2F4589F-DE4E-729A-FC1F-451EB51445BB}"/>
              </a:ext>
            </a:extLst>
          </p:cNvPr>
          <p:cNvSpPr txBox="1">
            <a:spLocks noGrp="1"/>
          </p:cNvSpPr>
          <p:nvPr>
            <p:ph type="body" idx="100" hasCustomPrompt="1"/>
          </p:nvPr>
        </p:nvSpPr>
        <p:spPr>
          <a:xfrm>
            <a:off x="950976" y="749808"/>
            <a:ext cx="9144000" cy="384048"/>
          </a:xfrm>
          <a:prstGeom prst="rect">
            <a:avLst/>
          </a:prstGeom>
          <a:noFill/>
          <a:ln/>
        </p:spPr>
        <p:txBody>
          <a:bodyPr wrap="square" lIns="0" tIns="0" rIns="0" bIns="0" rtlCol="0" anchor="ctr"/>
          <a:lstStyle/>
          <a:p>
            <a:pPr marL="0" indent="0" algn="l">
              <a:buNone/>
            </a:pPr>
            <a:r>
              <a:rPr lang="en-US" sz="1800" kern="0" spc="60" dirty="0">
                <a:solidFill>
                  <a:srgbClr val="BACCC3"/>
                </a:solidFill>
                <a:latin typeface="Pretendard" pitchFamily="34" charset="0"/>
                <a:ea typeface="Pretendard" pitchFamily="34" charset="-122"/>
                <a:cs typeface="Pretendard" pitchFamily="34" charset="-120"/>
              </a:rPr>
              <a:t>Chapter 5.</a:t>
            </a:r>
            <a:endParaRPr lang="en-US" sz="1800" dirty="0"/>
          </a:p>
        </p:txBody>
      </p:sp>
      <p:sp>
        <p:nvSpPr>
          <p:cNvPr id="3" name="Text 0">
            <a:extLst>
              <a:ext uri="{FF2B5EF4-FFF2-40B4-BE49-F238E27FC236}">
                <a16:creationId xmlns:a16="http://schemas.microsoft.com/office/drawing/2014/main" id="{22F76D4D-F111-D369-403B-F7F656268E81}"/>
              </a:ext>
            </a:extLst>
          </p:cNvPr>
          <p:cNvSpPr txBox="1">
            <a:spLocks noGrp="1"/>
          </p:cNvSpPr>
          <p:nvPr>
            <p:ph type="title" idx="101" hasCustomPrompt="1"/>
          </p:nvPr>
        </p:nvSpPr>
        <p:spPr>
          <a:xfrm>
            <a:off x="950976" y="1152144"/>
            <a:ext cx="12435840" cy="713232"/>
          </a:xfrm>
          <a:prstGeom prst="rect">
            <a:avLst/>
          </a:prstGeom>
          <a:noFill/>
          <a:ln/>
        </p:spPr>
        <p:txBody>
          <a:bodyPr wrap="square" lIns="0" tIns="0" rIns="0" bIns="0" rtlCol="0" anchor="ctr"/>
          <a:lstStyle/>
          <a:p>
            <a:pPr marL="0" indent="0" algn="l">
              <a:buNone/>
            </a:pPr>
            <a:r>
              <a:rPr lang="ko-KR" altLang="en-US" sz="3800" dirty="0"/>
              <a:t>현황</a:t>
            </a:r>
            <a:endParaRPr lang="en-US" sz="3800" dirty="0"/>
          </a:p>
        </p:txBody>
      </p:sp>
      <p:pic>
        <p:nvPicPr>
          <p:cNvPr id="19" name="중간영상">
            <a:hlinkClick r:id="" action="ppaction://media"/>
            <a:extLst>
              <a:ext uri="{FF2B5EF4-FFF2-40B4-BE49-F238E27FC236}">
                <a16:creationId xmlns:a16="http://schemas.microsoft.com/office/drawing/2014/main" id="{A108440F-45E6-162B-1800-20264C1D0118}"/>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726096" y="2480950"/>
            <a:ext cx="12553950" cy="6877050"/>
          </a:xfrm>
          <a:prstGeom prst="rect">
            <a:avLst/>
          </a:prstGeom>
        </p:spPr>
      </p:pic>
    </p:spTree>
    <p:extLst>
      <p:ext uri="{BB962C8B-B14F-4D97-AF65-F5344CB8AC3E}">
        <p14:creationId xmlns:p14="http://schemas.microsoft.com/office/powerpoint/2010/main" val="2450848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1784"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9"/>
                </p:tgtEl>
              </p:cMediaNode>
            </p:video>
            <p:seq concurrent="1" nextAc="seek">
              <p:cTn id="8" restart="whenNotActive" fill="hold" evtFilter="cancelBubble" nodeType="interactiveSeq">
                <p:stCondLst>
                  <p:cond evt="onClick" delay="0">
                    <p:tgtEl>
                      <p:spTgt spid="1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9"/>
                                        </p:tgtEl>
                                      </p:cBhvr>
                                    </p:cmd>
                                  </p:childTnLst>
                                </p:cTn>
                              </p:par>
                            </p:childTnLst>
                          </p:cTn>
                        </p:par>
                      </p:childTnLst>
                    </p:cTn>
                  </p:par>
                </p:childTnLst>
              </p:cTn>
              <p:nextCondLst>
                <p:cond evt="onClick" delay="0">
                  <p:tgtEl>
                    <p:spTgt spid="19"/>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_467"/>
          <p:cNvSpPr txBox="1"/>
          <p:nvPr/>
        </p:nvSpPr>
        <p:spPr>
          <a:xfrm>
            <a:off x="950976" y="3931920"/>
            <a:ext cx="7315200" cy="420624"/>
          </a:xfrm>
          <a:prstGeom prst="rect">
            <a:avLst/>
          </a:prstGeom>
          <a:noFill/>
          <a:ln/>
        </p:spPr>
        <p:txBody>
          <a:bodyPr wrap="square" lIns="0" tIns="0" rIns="0" bIns="0" rtlCol="0" anchor="ctr"/>
          <a:lstStyle/>
          <a:p>
            <a:pPr marL="0" indent="0">
              <a:buNone/>
            </a:pPr>
            <a:r>
              <a:rPr lang="en-US" sz="2000" kern="0" spc="60" dirty="0">
                <a:solidFill>
                  <a:srgbClr val="BACCC3"/>
                </a:solidFill>
                <a:latin typeface="Pretendard" pitchFamily="34" charset="0"/>
                <a:ea typeface="Pretendard" pitchFamily="34" charset="-122"/>
                <a:cs typeface="Pretendard" pitchFamily="34" charset="-120"/>
              </a:rPr>
              <a:t>Chapter 6.</a:t>
            </a:r>
            <a:endParaRPr lang="en-US" sz="2000" dirty="0"/>
          </a:p>
        </p:txBody>
      </p:sp>
      <p:sp>
        <p:nvSpPr>
          <p:cNvPr id="3" name="vb_468"/>
          <p:cNvSpPr/>
          <p:nvPr/>
        </p:nvSpPr>
        <p:spPr>
          <a:xfrm>
            <a:off x="950976" y="4498848"/>
            <a:ext cx="68580" cy="896112"/>
          </a:xfrm>
          <a:prstGeom prst="rect">
            <a:avLst/>
          </a:prstGeom>
          <a:solidFill>
            <a:srgbClr val="BACCC3"/>
          </a:solidFill>
          <a:ln/>
        </p:spPr>
        <p:txBody>
          <a:bodyPr/>
          <a:lstStyle/>
          <a:p>
            <a:endParaRPr lang="ko-KR" altLang="en-US"/>
          </a:p>
        </p:txBody>
      </p:sp>
      <p:sp>
        <p:nvSpPr>
          <p:cNvPr id="4" name="t_469"/>
          <p:cNvSpPr txBox="1"/>
          <p:nvPr/>
        </p:nvSpPr>
        <p:spPr>
          <a:xfrm>
            <a:off x="1243584" y="4462272"/>
            <a:ext cx="10058400" cy="969264"/>
          </a:xfrm>
          <a:prstGeom prst="rect">
            <a:avLst/>
          </a:prstGeom>
          <a:noFill/>
          <a:ln/>
        </p:spPr>
        <p:txBody>
          <a:bodyPr wrap="square" lIns="0" tIns="0" rIns="0" bIns="0" rtlCol="0" anchor="ctr"/>
          <a:lstStyle/>
          <a:p>
            <a:pPr marL="0" indent="0">
              <a:buNone/>
            </a:pPr>
            <a:r>
              <a:rPr lang="en-US" sz="4800" b="1" dirty="0" err="1">
                <a:solidFill>
                  <a:srgbClr val="6A7E74"/>
                </a:solidFill>
                <a:latin typeface="Pretendard" pitchFamily="34" charset="0"/>
                <a:ea typeface="Pretendard" pitchFamily="34" charset="-122"/>
                <a:cs typeface="Pretendard" pitchFamily="34" charset="-120"/>
              </a:rPr>
              <a:t>통합</a:t>
            </a:r>
            <a:r>
              <a:rPr lang="en-US" sz="4800" b="1" dirty="0">
                <a:solidFill>
                  <a:srgbClr val="6A7E74"/>
                </a:solidFill>
                <a:latin typeface="Pretendard" pitchFamily="34" charset="0"/>
                <a:ea typeface="Pretendard" pitchFamily="34" charset="-122"/>
                <a:cs typeface="Pretendard" pitchFamily="34" charset="-120"/>
              </a:rPr>
              <a:t> </a:t>
            </a:r>
            <a:r>
              <a:rPr lang="ko-KR" altLang="en-US" sz="4800" b="1" dirty="0">
                <a:solidFill>
                  <a:srgbClr val="6A7E74"/>
                </a:solidFill>
                <a:latin typeface="Pretendard" pitchFamily="34" charset="0"/>
                <a:ea typeface="Pretendard" pitchFamily="34" charset="-122"/>
                <a:cs typeface="Pretendard" pitchFamily="34" charset="-120"/>
              </a:rPr>
              <a:t>과정</a:t>
            </a:r>
            <a:endParaRPr lang="en-US" sz="4800" dirty="0"/>
          </a:p>
        </p:txBody>
      </p:sp>
      <p:sp>
        <p:nvSpPr>
          <p:cNvPr id="5" name="hl_470"/>
          <p:cNvSpPr/>
          <p:nvPr/>
        </p:nvSpPr>
        <p:spPr>
          <a:xfrm>
            <a:off x="950976" y="5724144"/>
            <a:ext cx="9509760" cy="0"/>
          </a:xfrm>
          <a:prstGeom prst="line">
            <a:avLst/>
          </a:prstGeom>
          <a:noFill/>
          <a:ln w="9525">
            <a:solidFill>
              <a:srgbClr val="CDC5B9"/>
            </a:solidFill>
            <a:prstDash val="solid"/>
          </a:ln>
        </p:spPr>
        <p:txBody>
          <a:bodyPr/>
          <a:lstStyle/>
          <a:p>
            <a:endParaRPr lang="ko-KR" altLang="en-US"/>
          </a:p>
        </p:txBody>
      </p:sp>
      <p:sp>
        <p:nvSpPr>
          <p:cNvPr id="6" name="t_471"/>
          <p:cNvSpPr txBox="1"/>
          <p:nvPr/>
        </p:nvSpPr>
        <p:spPr>
          <a:xfrm>
            <a:off x="950976" y="5943600"/>
            <a:ext cx="10424160" cy="1188720"/>
          </a:xfrm>
          <a:prstGeom prst="rect">
            <a:avLst/>
          </a:prstGeom>
          <a:noFill/>
          <a:ln/>
        </p:spPr>
        <p:txBody>
          <a:bodyPr wrap="square" lIns="0" tIns="0" rIns="0" bIns="0" rtlCol="0" anchor="t"/>
          <a:lstStyle/>
          <a:p>
            <a:pPr marL="0" indent="0">
              <a:lnSpc>
                <a:spcPct val="150000"/>
              </a:lnSpc>
              <a:buNone/>
            </a:pPr>
            <a:endParaRPr lang="en-US" sz="1550" dirty="0"/>
          </a:p>
        </p:txBody>
      </p:sp>
      <p:sp>
        <p:nvSpPr>
          <p:cNvPr id="7" name="pill_472"/>
          <p:cNvSpPr/>
          <p:nvPr/>
        </p:nvSpPr>
        <p:spPr>
          <a:xfrm>
            <a:off x="950976" y="7315200"/>
            <a:ext cx="1828800" cy="493776"/>
          </a:xfrm>
          <a:prstGeom prst="roundRect">
            <a:avLst>
              <a:gd name="adj" fmla="val 50000"/>
            </a:avLst>
          </a:prstGeom>
          <a:solidFill>
            <a:srgbClr val="E4DFD8"/>
          </a:solidFill>
          <a:ln/>
        </p:spPr>
        <p:txBody>
          <a:bodyPr/>
          <a:lstStyle/>
          <a:p>
            <a:endParaRPr lang="ko-KR" altLang="en-US"/>
          </a:p>
        </p:txBody>
      </p:sp>
      <p:sp>
        <p:nvSpPr>
          <p:cNvPr id="8" name="t_473"/>
          <p:cNvSpPr txBox="1"/>
          <p:nvPr/>
        </p:nvSpPr>
        <p:spPr>
          <a:xfrm>
            <a:off x="950976" y="7315200"/>
            <a:ext cx="1828800" cy="493776"/>
          </a:xfrm>
          <a:prstGeom prst="rect">
            <a:avLst/>
          </a:prstGeom>
          <a:noFill/>
          <a:ln/>
        </p:spPr>
        <p:txBody>
          <a:bodyPr wrap="square" lIns="0" tIns="0" rIns="0" bIns="0" rtlCol="0" anchor="ctr"/>
          <a:lstStyle/>
          <a:p>
            <a:pPr marL="0" indent="0" algn="ctr">
              <a:buNone/>
            </a:pPr>
            <a:r>
              <a:rPr lang="en-US" sz="1500" b="1" dirty="0">
                <a:solidFill>
                  <a:srgbClr val="466456"/>
                </a:solidFill>
                <a:latin typeface="Pretendard" pitchFamily="34" charset="0"/>
                <a:ea typeface="Pretendard" pitchFamily="34" charset="-122"/>
                <a:cs typeface="Pretendard" pitchFamily="34" charset="-120"/>
              </a:rPr>
              <a:t>정근녕</a:t>
            </a:r>
            <a:endParaRPr lang="en-US" sz="1500" dirty="0"/>
          </a:p>
        </p:txBody>
      </p:sp>
      <p:sp>
        <p:nvSpPr>
          <p:cNvPr id="9" name="t_474"/>
          <p:cNvSpPr txBox="1"/>
          <p:nvPr/>
        </p:nvSpPr>
        <p:spPr>
          <a:xfrm>
            <a:off x="0" y="8302752"/>
            <a:ext cx="18288000" cy="1371600"/>
          </a:xfrm>
          <a:prstGeom prst="rect">
            <a:avLst/>
          </a:prstGeom>
          <a:noFill/>
          <a:ln/>
        </p:spPr>
        <p:txBody>
          <a:bodyPr wrap="square" lIns="0" tIns="0" rIns="0" bIns="0" rtlCol="0" anchor="ctr"/>
          <a:lstStyle/>
          <a:p>
            <a:pPr marL="0" indent="0" algn="ctr">
              <a:buNone/>
            </a:pPr>
            <a:r>
              <a:rPr lang="en-US" sz="5600" b="1" kern="0" spc="300" dirty="0">
                <a:solidFill>
                  <a:srgbClr val="E4DFD8"/>
                </a:solidFill>
                <a:latin typeface="Pretendard" pitchFamily="34" charset="0"/>
                <a:ea typeface="Pretendard" pitchFamily="34" charset="-122"/>
                <a:cs typeface="Pretendard" pitchFamily="34" charset="-120"/>
              </a:rPr>
              <a:t>PIANO HAND SIMULATOR</a:t>
            </a:r>
            <a:endParaRPr lang="en-US" sz="5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950976" y="749808"/>
            <a:ext cx="9144000" cy="384048"/>
          </a:xfrm>
          <a:prstGeom prst="rect">
            <a:avLst/>
          </a:prstGeom>
          <a:noFill/>
          <a:ln/>
        </p:spPr>
        <p:txBody>
          <a:bodyPr wrap="square" lIns="0" tIns="0" rIns="0" bIns="0" rtlCol="0" anchor="ctr"/>
          <a:lstStyle/>
          <a:p>
            <a:pPr marL="0" indent="0" algn="l">
              <a:buNone/>
            </a:pPr>
            <a:r>
              <a:rPr lang="en-US" sz="1800" kern="0" spc="60" dirty="0">
                <a:solidFill>
                  <a:srgbClr val="BACCC3"/>
                </a:solidFill>
                <a:latin typeface="Pretendard" pitchFamily="34" charset="0"/>
                <a:ea typeface="Pretendard" pitchFamily="34" charset="-122"/>
                <a:cs typeface="Pretendard" pitchFamily="34" charset="-120"/>
              </a:rPr>
              <a:t>Chapter 6.</a:t>
            </a:r>
            <a:endParaRPr lang="en-US" sz="1800" dirty="0"/>
          </a:p>
        </p:txBody>
      </p:sp>
      <p:sp>
        <p:nvSpPr>
          <p:cNvPr id="3" name="Text 0"/>
          <p:cNvSpPr txBox="1">
            <a:spLocks noGrp="1"/>
          </p:cNvSpPr>
          <p:nvPr>
            <p:ph type="title" idx="101" hasCustomPrompt="1"/>
          </p:nvPr>
        </p:nvSpPr>
        <p:spPr>
          <a:xfrm>
            <a:off x="950976" y="1152144"/>
            <a:ext cx="12435840" cy="713232"/>
          </a:xfrm>
          <a:prstGeom prst="rect">
            <a:avLst/>
          </a:prstGeom>
          <a:noFill/>
          <a:ln/>
        </p:spPr>
        <p:txBody>
          <a:bodyPr wrap="square" lIns="0" tIns="0" rIns="0" bIns="0" rtlCol="0" anchor="ctr"/>
          <a:lstStyle/>
          <a:p>
            <a:pPr marL="0" indent="0" algn="l">
              <a:buNone/>
            </a:pPr>
            <a:r>
              <a:rPr lang="en-US" sz="3800" b="1" dirty="0">
                <a:solidFill>
                  <a:srgbClr val="6A7E74"/>
                </a:solidFill>
                <a:latin typeface="Pretendard" pitchFamily="34" charset="0"/>
                <a:ea typeface="Pretendard" pitchFamily="34" charset="-122"/>
                <a:cs typeface="Pretendard" pitchFamily="34" charset="-120"/>
              </a:rPr>
              <a:t>같은 수치를 각 파트가 따로 들고 있었다</a:t>
            </a:r>
            <a:endParaRPr lang="en-US" sz="3800" dirty="0"/>
          </a:p>
        </p:txBody>
      </p:sp>
      <p:sp>
        <p:nvSpPr>
          <p:cNvPr id="4" name="t_477"/>
          <p:cNvSpPr txBox="1"/>
          <p:nvPr/>
        </p:nvSpPr>
        <p:spPr>
          <a:xfrm>
            <a:off x="950976" y="2523744"/>
            <a:ext cx="16386048" cy="365760"/>
          </a:xfrm>
          <a:prstGeom prst="rect">
            <a:avLst/>
          </a:prstGeom>
          <a:noFill/>
          <a:ln/>
        </p:spPr>
        <p:txBody>
          <a:bodyPr wrap="square" lIns="0" tIns="0" rIns="0" bIns="0" rtlCol="0" anchor="ctr"/>
          <a:lstStyle/>
          <a:p>
            <a:pPr marL="0" indent="0">
              <a:buNone/>
            </a:pPr>
            <a:r>
              <a:rPr lang="en-US" sz="1600" dirty="0">
                <a:solidFill>
                  <a:srgbClr val="444444"/>
                </a:solidFill>
                <a:latin typeface="Pretendard" pitchFamily="34" charset="0"/>
                <a:ea typeface="Pretendard" pitchFamily="34" charset="-122"/>
                <a:cs typeface="Pretendard" pitchFamily="34" charset="-120"/>
              </a:rPr>
              <a:t>건반 치수는 네 모듈이 모두 참조한다. </a:t>
            </a:r>
            <a:endParaRPr lang="en-US" sz="1600" dirty="0"/>
          </a:p>
        </p:txBody>
      </p:sp>
      <p:sp>
        <p:nvSpPr>
          <p:cNvPr id="5" name="hl_478"/>
          <p:cNvSpPr/>
          <p:nvPr/>
        </p:nvSpPr>
        <p:spPr>
          <a:xfrm>
            <a:off x="950976" y="3364992"/>
            <a:ext cx="4913376" cy="0"/>
          </a:xfrm>
          <a:prstGeom prst="line">
            <a:avLst/>
          </a:prstGeom>
          <a:noFill/>
          <a:ln w="30480">
            <a:solidFill>
              <a:srgbClr val="BACCC3"/>
            </a:solidFill>
            <a:prstDash val="solid"/>
          </a:ln>
        </p:spPr>
        <p:txBody>
          <a:bodyPr/>
          <a:lstStyle/>
          <a:p>
            <a:endParaRPr lang="ko-KR" altLang="en-US"/>
          </a:p>
        </p:txBody>
      </p:sp>
      <p:sp>
        <p:nvSpPr>
          <p:cNvPr id="6" name="t_479"/>
          <p:cNvSpPr txBox="1"/>
          <p:nvPr/>
        </p:nvSpPr>
        <p:spPr>
          <a:xfrm>
            <a:off x="950976" y="3547872"/>
            <a:ext cx="4913376" cy="420624"/>
          </a:xfrm>
          <a:prstGeom prst="rect">
            <a:avLst/>
          </a:prstGeom>
          <a:noFill/>
          <a:ln/>
        </p:spPr>
        <p:txBody>
          <a:bodyPr wrap="square" lIns="0" tIns="0" rIns="0" bIns="0" rtlCol="0" anchor="ctr"/>
          <a:lstStyle/>
          <a:p>
            <a:pPr marL="0" indent="0">
              <a:buNone/>
            </a:pPr>
            <a:r>
              <a:rPr lang="en-US" sz="1800" b="1" dirty="0">
                <a:solidFill>
                  <a:srgbClr val="466456"/>
                </a:solidFill>
                <a:latin typeface="Pretendard" pitchFamily="34" charset="0"/>
                <a:ea typeface="Pretendard" pitchFamily="34" charset="-122"/>
                <a:cs typeface="Pretendard" pitchFamily="34" charset="-120"/>
              </a:rPr>
              <a:t>흑건 앞뒤 위치</a:t>
            </a:r>
            <a:endParaRPr lang="en-US" sz="1800" dirty="0"/>
          </a:p>
        </p:txBody>
      </p:sp>
      <p:sp>
        <p:nvSpPr>
          <p:cNvPr id="7" name="t_480"/>
          <p:cNvSpPr txBox="1"/>
          <p:nvPr/>
        </p:nvSpPr>
        <p:spPr>
          <a:xfrm>
            <a:off x="950976" y="4133088"/>
            <a:ext cx="4913376" cy="457200"/>
          </a:xfrm>
          <a:prstGeom prst="rect">
            <a:avLst/>
          </a:prstGeom>
          <a:noFill/>
          <a:ln/>
        </p:spPr>
        <p:txBody>
          <a:bodyPr wrap="square" lIns="0" tIns="0" rIns="0" bIns="0" rtlCol="0" anchor="ctr"/>
          <a:lstStyle/>
          <a:p>
            <a:pPr marL="0" indent="0">
              <a:buNone/>
            </a:pPr>
            <a:r>
              <a:rPr lang="en-US" sz="1900" dirty="0">
                <a:solidFill>
                  <a:srgbClr val="CDC5B9"/>
                </a:solidFill>
                <a:latin typeface="Consolas" pitchFamily="34" charset="0"/>
                <a:ea typeface="Consolas" pitchFamily="34" charset="-122"/>
                <a:cs typeface="Consolas" pitchFamily="34" charset="-120"/>
              </a:rPr>
              <a:t>+3.0 cm</a:t>
            </a:r>
            <a:endParaRPr lang="en-US" sz="1900" dirty="0"/>
          </a:p>
        </p:txBody>
      </p:sp>
      <p:sp>
        <p:nvSpPr>
          <p:cNvPr id="8" name="dn_481"/>
          <p:cNvSpPr/>
          <p:nvPr/>
        </p:nvSpPr>
        <p:spPr>
          <a:xfrm>
            <a:off x="1115568" y="4663440"/>
            <a:ext cx="164592" cy="329184"/>
          </a:xfrm>
          <a:prstGeom prst="downArrow">
            <a:avLst/>
          </a:prstGeom>
          <a:solidFill>
            <a:srgbClr val="6A7E74"/>
          </a:solidFill>
          <a:ln/>
        </p:spPr>
        <p:txBody>
          <a:bodyPr/>
          <a:lstStyle/>
          <a:p>
            <a:endParaRPr lang="ko-KR" altLang="en-US"/>
          </a:p>
        </p:txBody>
      </p:sp>
      <p:sp>
        <p:nvSpPr>
          <p:cNvPr id="9" name="t_482"/>
          <p:cNvSpPr txBox="1"/>
          <p:nvPr/>
        </p:nvSpPr>
        <p:spPr>
          <a:xfrm>
            <a:off x="950976" y="5065776"/>
            <a:ext cx="4913376" cy="475488"/>
          </a:xfrm>
          <a:prstGeom prst="rect">
            <a:avLst/>
          </a:prstGeom>
          <a:noFill/>
          <a:ln/>
        </p:spPr>
        <p:txBody>
          <a:bodyPr wrap="square" lIns="0" tIns="0" rIns="0" bIns="0" rtlCol="0" anchor="ctr"/>
          <a:lstStyle/>
          <a:p>
            <a:pPr marL="0" indent="0">
              <a:buNone/>
            </a:pPr>
            <a:r>
              <a:rPr lang="en-US" sz="2000" b="1" dirty="0">
                <a:solidFill>
                  <a:srgbClr val="466456"/>
                </a:solidFill>
                <a:latin typeface="Consolas" pitchFamily="34" charset="0"/>
                <a:ea typeface="Consolas" pitchFamily="34" charset="-122"/>
                <a:cs typeface="Consolas" pitchFamily="34" charset="-120"/>
              </a:rPr>
              <a:t>55.0 mm</a:t>
            </a:r>
            <a:endParaRPr lang="en-US" sz="2000" dirty="0"/>
          </a:p>
        </p:txBody>
      </p:sp>
      <p:sp>
        <p:nvSpPr>
          <p:cNvPr id="10" name="t_483"/>
          <p:cNvSpPr txBox="1"/>
          <p:nvPr/>
        </p:nvSpPr>
        <p:spPr>
          <a:xfrm>
            <a:off x="950976" y="5614416"/>
            <a:ext cx="4913376" cy="841248"/>
          </a:xfrm>
          <a:prstGeom prst="rect">
            <a:avLst/>
          </a:prstGeom>
          <a:noFill/>
          <a:ln/>
        </p:spPr>
        <p:txBody>
          <a:bodyPr wrap="square" lIns="0" tIns="0" rIns="0" bIns="0" rtlCol="0" anchor="t"/>
          <a:lstStyle/>
          <a:p>
            <a:pPr marL="0" indent="0">
              <a:lnSpc>
                <a:spcPct val="140000"/>
              </a:lnSpc>
              <a:buNone/>
            </a:pPr>
            <a:r>
              <a:rPr lang="en-US" sz="1300" dirty="0">
                <a:solidFill>
                  <a:srgbClr val="444444"/>
                </a:solidFill>
                <a:latin typeface="Pretendard" pitchFamily="34" charset="0"/>
                <a:ea typeface="Pretendard" pitchFamily="34" charset="-122"/>
                <a:cs typeface="Pretendard" pitchFamily="34" charset="-120"/>
              </a:rPr>
              <a:t>건반 형상에서 도출될 수 없는 값이었다.</a:t>
            </a:r>
            <a:endParaRPr lang="en-US" sz="1300" dirty="0"/>
          </a:p>
          <a:p>
            <a:pPr marL="0" indent="0">
              <a:lnSpc>
                <a:spcPct val="140000"/>
              </a:lnSpc>
              <a:buNone/>
            </a:pPr>
            <a:r>
              <a:rPr lang="en-US" sz="1300" dirty="0">
                <a:solidFill>
                  <a:srgbClr val="444444"/>
                </a:solidFill>
                <a:latin typeface="Pretendard" pitchFamily="34" charset="0"/>
                <a:ea typeface="Pretendard" pitchFamily="34" charset="-122"/>
                <a:cs typeface="Pretendard" pitchFamily="34" charset="-120"/>
              </a:rPr>
              <a:t>백건 길이 150 − 흑건 길이 95 로 재정의.</a:t>
            </a:r>
            <a:endParaRPr lang="en-US" sz="1300" dirty="0"/>
          </a:p>
        </p:txBody>
      </p:sp>
      <p:sp>
        <p:nvSpPr>
          <p:cNvPr id="11" name="hl_484"/>
          <p:cNvSpPr/>
          <p:nvPr/>
        </p:nvSpPr>
        <p:spPr>
          <a:xfrm>
            <a:off x="6687312" y="3364992"/>
            <a:ext cx="4913376" cy="0"/>
          </a:xfrm>
          <a:prstGeom prst="line">
            <a:avLst/>
          </a:prstGeom>
          <a:noFill/>
          <a:ln w="30480">
            <a:solidFill>
              <a:srgbClr val="BACCC3"/>
            </a:solidFill>
            <a:prstDash val="solid"/>
          </a:ln>
        </p:spPr>
        <p:txBody>
          <a:bodyPr/>
          <a:lstStyle/>
          <a:p>
            <a:endParaRPr lang="ko-KR" altLang="en-US"/>
          </a:p>
        </p:txBody>
      </p:sp>
      <p:sp>
        <p:nvSpPr>
          <p:cNvPr id="12" name="t_485"/>
          <p:cNvSpPr txBox="1"/>
          <p:nvPr/>
        </p:nvSpPr>
        <p:spPr>
          <a:xfrm>
            <a:off x="6687312" y="3547872"/>
            <a:ext cx="4913376" cy="420624"/>
          </a:xfrm>
          <a:prstGeom prst="rect">
            <a:avLst/>
          </a:prstGeom>
          <a:noFill/>
          <a:ln/>
        </p:spPr>
        <p:txBody>
          <a:bodyPr wrap="square" lIns="0" tIns="0" rIns="0" bIns="0" rtlCol="0" anchor="ctr"/>
          <a:lstStyle/>
          <a:p>
            <a:pPr marL="0" indent="0">
              <a:buNone/>
            </a:pPr>
            <a:r>
              <a:rPr lang="en-US" sz="1800" b="1" dirty="0">
                <a:solidFill>
                  <a:srgbClr val="466456"/>
                </a:solidFill>
                <a:latin typeface="Pretendard" pitchFamily="34" charset="0"/>
                <a:ea typeface="Pretendard" pitchFamily="34" charset="-122"/>
                <a:cs typeface="Pretendard" pitchFamily="34" charset="-120"/>
              </a:rPr>
              <a:t>흑건 상면 높이</a:t>
            </a:r>
            <a:endParaRPr lang="en-US" sz="1800" dirty="0"/>
          </a:p>
        </p:txBody>
      </p:sp>
      <p:sp>
        <p:nvSpPr>
          <p:cNvPr id="13" name="t_486"/>
          <p:cNvSpPr txBox="1"/>
          <p:nvPr/>
        </p:nvSpPr>
        <p:spPr>
          <a:xfrm>
            <a:off x="6687312" y="4133088"/>
            <a:ext cx="4913376" cy="457200"/>
          </a:xfrm>
          <a:prstGeom prst="rect">
            <a:avLst/>
          </a:prstGeom>
          <a:noFill/>
          <a:ln/>
        </p:spPr>
        <p:txBody>
          <a:bodyPr wrap="square" lIns="0" tIns="0" rIns="0" bIns="0" rtlCol="0" anchor="ctr"/>
          <a:lstStyle/>
          <a:p>
            <a:pPr marL="0" indent="0">
              <a:buNone/>
            </a:pPr>
            <a:r>
              <a:rPr lang="en-US" sz="1900" dirty="0">
                <a:solidFill>
                  <a:srgbClr val="CDC5B9"/>
                </a:solidFill>
                <a:latin typeface="Consolas" pitchFamily="34" charset="0"/>
                <a:ea typeface="Consolas" pitchFamily="34" charset="-122"/>
                <a:cs typeface="Consolas" pitchFamily="34" charset="-120"/>
              </a:rPr>
              <a:t>정의 없음</a:t>
            </a:r>
            <a:endParaRPr lang="en-US" sz="1900" dirty="0"/>
          </a:p>
        </p:txBody>
      </p:sp>
      <p:sp>
        <p:nvSpPr>
          <p:cNvPr id="14" name="dn_487"/>
          <p:cNvSpPr/>
          <p:nvPr/>
        </p:nvSpPr>
        <p:spPr>
          <a:xfrm>
            <a:off x="6851904" y="4663440"/>
            <a:ext cx="164592" cy="329184"/>
          </a:xfrm>
          <a:prstGeom prst="downArrow">
            <a:avLst/>
          </a:prstGeom>
          <a:solidFill>
            <a:srgbClr val="6A7E74"/>
          </a:solidFill>
          <a:ln/>
        </p:spPr>
        <p:txBody>
          <a:bodyPr/>
          <a:lstStyle/>
          <a:p>
            <a:endParaRPr lang="ko-KR" altLang="en-US"/>
          </a:p>
        </p:txBody>
      </p:sp>
      <p:sp>
        <p:nvSpPr>
          <p:cNvPr id="15" name="t_488"/>
          <p:cNvSpPr txBox="1"/>
          <p:nvPr/>
        </p:nvSpPr>
        <p:spPr>
          <a:xfrm>
            <a:off x="6687312" y="5065776"/>
            <a:ext cx="4913376" cy="475488"/>
          </a:xfrm>
          <a:prstGeom prst="rect">
            <a:avLst/>
          </a:prstGeom>
          <a:noFill/>
          <a:ln/>
        </p:spPr>
        <p:txBody>
          <a:bodyPr wrap="square" lIns="0" tIns="0" rIns="0" bIns="0" rtlCol="0" anchor="ctr"/>
          <a:lstStyle/>
          <a:p>
            <a:pPr marL="0" indent="0">
              <a:buNone/>
            </a:pPr>
            <a:r>
              <a:rPr lang="en-US" sz="2000" b="1" dirty="0">
                <a:solidFill>
                  <a:srgbClr val="466456"/>
                </a:solidFill>
                <a:latin typeface="Consolas" pitchFamily="34" charset="0"/>
                <a:ea typeface="Consolas" pitchFamily="34" charset="-122"/>
                <a:cs typeface="Consolas" pitchFamily="34" charset="-120"/>
              </a:rPr>
              <a:t>12.5 mm</a:t>
            </a:r>
            <a:endParaRPr lang="en-US" sz="2000" dirty="0"/>
          </a:p>
        </p:txBody>
      </p:sp>
      <p:sp>
        <p:nvSpPr>
          <p:cNvPr id="16" name="t_489"/>
          <p:cNvSpPr txBox="1"/>
          <p:nvPr/>
        </p:nvSpPr>
        <p:spPr>
          <a:xfrm>
            <a:off x="6687312" y="5614416"/>
            <a:ext cx="4913376" cy="841248"/>
          </a:xfrm>
          <a:prstGeom prst="rect">
            <a:avLst/>
          </a:prstGeom>
          <a:noFill/>
          <a:ln/>
        </p:spPr>
        <p:txBody>
          <a:bodyPr wrap="square" lIns="0" tIns="0" rIns="0" bIns="0" rtlCol="0" anchor="t"/>
          <a:lstStyle/>
          <a:p>
            <a:pPr marL="0" indent="0">
              <a:lnSpc>
                <a:spcPct val="140000"/>
              </a:lnSpc>
              <a:buNone/>
            </a:pPr>
            <a:r>
              <a:rPr lang="en-US" sz="1300" dirty="0">
                <a:solidFill>
                  <a:srgbClr val="444444"/>
                </a:solidFill>
                <a:latin typeface="Pretendard" pitchFamily="34" charset="0"/>
                <a:ea typeface="Pretendard" pitchFamily="34" charset="-122"/>
                <a:cs typeface="Pretendard" pitchFamily="34" charset="-120"/>
              </a:rPr>
              <a:t>IK가 반드시 참조해야 하는 값인데</a:t>
            </a:r>
            <a:endParaRPr lang="en-US" sz="1300" dirty="0"/>
          </a:p>
          <a:p>
            <a:pPr marL="0" indent="0">
              <a:lnSpc>
                <a:spcPct val="140000"/>
              </a:lnSpc>
              <a:buNone/>
            </a:pPr>
            <a:r>
              <a:rPr lang="en-US" sz="1300" dirty="0">
                <a:solidFill>
                  <a:srgbClr val="444444"/>
                </a:solidFill>
                <a:latin typeface="Pretendard" pitchFamily="34" charset="0"/>
                <a:ea typeface="Pretendard" pitchFamily="34" charset="-122"/>
                <a:cs typeface="Pretendard" pitchFamily="34" charset="-120"/>
              </a:rPr>
              <a:t>명세에 항목 자체가 없었다.</a:t>
            </a:r>
            <a:endParaRPr lang="en-US" sz="1300" dirty="0"/>
          </a:p>
        </p:txBody>
      </p:sp>
      <p:sp>
        <p:nvSpPr>
          <p:cNvPr id="17" name="hl_490"/>
          <p:cNvSpPr/>
          <p:nvPr/>
        </p:nvSpPr>
        <p:spPr>
          <a:xfrm>
            <a:off x="12423648" y="3364992"/>
            <a:ext cx="4913376" cy="0"/>
          </a:xfrm>
          <a:prstGeom prst="line">
            <a:avLst/>
          </a:prstGeom>
          <a:noFill/>
          <a:ln w="30480">
            <a:solidFill>
              <a:srgbClr val="BACCC3"/>
            </a:solidFill>
            <a:prstDash val="solid"/>
          </a:ln>
        </p:spPr>
        <p:txBody>
          <a:bodyPr/>
          <a:lstStyle/>
          <a:p>
            <a:endParaRPr lang="ko-KR" altLang="en-US"/>
          </a:p>
        </p:txBody>
      </p:sp>
      <p:sp>
        <p:nvSpPr>
          <p:cNvPr id="18" name="t_491"/>
          <p:cNvSpPr txBox="1"/>
          <p:nvPr/>
        </p:nvSpPr>
        <p:spPr>
          <a:xfrm>
            <a:off x="12423648" y="3547872"/>
            <a:ext cx="4913376" cy="420624"/>
          </a:xfrm>
          <a:prstGeom prst="rect">
            <a:avLst/>
          </a:prstGeom>
          <a:noFill/>
          <a:ln/>
        </p:spPr>
        <p:txBody>
          <a:bodyPr wrap="square" lIns="0" tIns="0" rIns="0" bIns="0" rtlCol="0" anchor="ctr"/>
          <a:lstStyle/>
          <a:p>
            <a:pPr marL="0" indent="0">
              <a:buNone/>
            </a:pPr>
            <a:r>
              <a:rPr lang="en-US" sz="1800" b="1" dirty="0">
                <a:solidFill>
                  <a:srgbClr val="466456"/>
                </a:solidFill>
                <a:latin typeface="Pretendard" pitchFamily="34" charset="0"/>
                <a:ea typeface="Pretendard" pitchFamily="34" charset="-122"/>
                <a:cs typeface="Pretendard" pitchFamily="34" charset="-120"/>
              </a:rPr>
              <a:t>백건 폭</a:t>
            </a:r>
            <a:endParaRPr lang="en-US" sz="1800" dirty="0"/>
          </a:p>
        </p:txBody>
      </p:sp>
      <p:sp>
        <p:nvSpPr>
          <p:cNvPr id="19" name="t_492"/>
          <p:cNvSpPr txBox="1"/>
          <p:nvPr/>
        </p:nvSpPr>
        <p:spPr>
          <a:xfrm>
            <a:off x="12423648" y="4133088"/>
            <a:ext cx="4913376" cy="457200"/>
          </a:xfrm>
          <a:prstGeom prst="rect">
            <a:avLst/>
          </a:prstGeom>
          <a:noFill/>
          <a:ln/>
        </p:spPr>
        <p:txBody>
          <a:bodyPr wrap="square" lIns="0" tIns="0" rIns="0" bIns="0" rtlCol="0" anchor="ctr"/>
          <a:lstStyle/>
          <a:p>
            <a:pPr marL="0" indent="0">
              <a:buNone/>
            </a:pPr>
            <a:r>
              <a:rPr lang="en-US" sz="1900" dirty="0">
                <a:solidFill>
                  <a:srgbClr val="CDC5B9"/>
                </a:solidFill>
                <a:latin typeface="Consolas" pitchFamily="34" charset="0"/>
                <a:ea typeface="Consolas" pitchFamily="34" charset="-122"/>
                <a:cs typeface="Consolas" pitchFamily="34" charset="-120"/>
              </a:rPr>
              <a:t>23.4 mm</a:t>
            </a:r>
            <a:endParaRPr lang="en-US" sz="1900" dirty="0"/>
          </a:p>
        </p:txBody>
      </p:sp>
      <p:sp>
        <p:nvSpPr>
          <p:cNvPr id="20" name="dn_493"/>
          <p:cNvSpPr/>
          <p:nvPr/>
        </p:nvSpPr>
        <p:spPr>
          <a:xfrm>
            <a:off x="12588240" y="4663440"/>
            <a:ext cx="164592" cy="329184"/>
          </a:xfrm>
          <a:prstGeom prst="downArrow">
            <a:avLst/>
          </a:prstGeom>
          <a:solidFill>
            <a:srgbClr val="6A7E74"/>
          </a:solidFill>
          <a:ln/>
        </p:spPr>
        <p:txBody>
          <a:bodyPr/>
          <a:lstStyle/>
          <a:p>
            <a:endParaRPr lang="ko-KR" altLang="en-US"/>
          </a:p>
        </p:txBody>
      </p:sp>
      <p:sp>
        <p:nvSpPr>
          <p:cNvPr id="21" name="t_494"/>
          <p:cNvSpPr txBox="1"/>
          <p:nvPr/>
        </p:nvSpPr>
        <p:spPr>
          <a:xfrm>
            <a:off x="12423648" y="5065776"/>
            <a:ext cx="4913376" cy="475488"/>
          </a:xfrm>
          <a:prstGeom prst="rect">
            <a:avLst/>
          </a:prstGeom>
          <a:noFill/>
          <a:ln/>
        </p:spPr>
        <p:txBody>
          <a:bodyPr wrap="square" lIns="0" tIns="0" rIns="0" bIns="0" rtlCol="0" anchor="ctr"/>
          <a:lstStyle/>
          <a:p>
            <a:pPr marL="0" indent="0">
              <a:buNone/>
            </a:pPr>
            <a:r>
              <a:rPr lang="en-US" sz="2000" b="1" dirty="0">
                <a:solidFill>
                  <a:srgbClr val="466456"/>
                </a:solidFill>
                <a:latin typeface="Consolas" pitchFamily="34" charset="0"/>
                <a:ea typeface="Consolas" pitchFamily="34" charset="-122"/>
                <a:cs typeface="Consolas" pitchFamily="34" charset="-120"/>
              </a:rPr>
              <a:t>164.0 / 7</a:t>
            </a:r>
            <a:endParaRPr lang="en-US" sz="2000" dirty="0"/>
          </a:p>
        </p:txBody>
      </p:sp>
      <p:sp>
        <p:nvSpPr>
          <p:cNvPr id="22" name="t_495"/>
          <p:cNvSpPr txBox="1"/>
          <p:nvPr/>
        </p:nvSpPr>
        <p:spPr>
          <a:xfrm>
            <a:off x="12423648" y="5614416"/>
            <a:ext cx="4913376" cy="841248"/>
          </a:xfrm>
          <a:prstGeom prst="rect">
            <a:avLst/>
          </a:prstGeom>
          <a:noFill/>
          <a:ln/>
        </p:spPr>
        <p:txBody>
          <a:bodyPr wrap="square" lIns="0" tIns="0" rIns="0" bIns="0" rtlCol="0" anchor="t"/>
          <a:lstStyle/>
          <a:p>
            <a:pPr marL="0" indent="0">
              <a:lnSpc>
                <a:spcPct val="140000"/>
              </a:lnSpc>
              <a:buNone/>
            </a:pPr>
            <a:r>
              <a:rPr lang="en-US" sz="1300" dirty="0">
                <a:solidFill>
                  <a:srgbClr val="444444"/>
                </a:solidFill>
                <a:latin typeface="Pretendard" pitchFamily="34" charset="0"/>
                <a:ea typeface="Pretendard" pitchFamily="34" charset="-122"/>
                <a:cs typeface="Pretendard" pitchFamily="34" charset="-120"/>
              </a:rPr>
              <a:t>반올림한 값을 쓰면 88건반 끝에서</a:t>
            </a:r>
            <a:endParaRPr lang="en-US" sz="1300" dirty="0"/>
          </a:p>
          <a:p>
            <a:pPr marL="0" indent="0">
              <a:lnSpc>
                <a:spcPct val="140000"/>
              </a:lnSpc>
              <a:buNone/>
            </a:pPr>
            <a:r>
              <a:rPr lang="en-US" sz="1300" dirty="0">
                <a:solidFill>
                  <a:srgbClr val="444444"/>
                </a:solidFill>
                <a:latin typeface="Pretendard" pitchFamily="34" charset="0"/>
                <a:ea typeface="Pretendard" pitchFamily="34" charset="-122"/>
                <a:cs typeface="Pretendard" pitchFamily="34" charset="-120"/>
              </a:rPr>
              <a:t>1.5 mm 오차가 누적된다.</a:t>
            </a:r>
            <a:endParaRPr lang="en-US" sz="1300" dirty="0"/>
          </a:p>
        </p:txBody>
      </p:sp>
      <p:sp>
        <p:nvSpPr>
          <p:cNvPr id="23" name="band_496"/>
          <p:cNvSpPr/>
          <p:nvPr/>
        </p:nvSpPr>
        <p:spPr>
          <a:xfrm>
            <a:off x="950976" y="7863840"/>
            <a:ext cx="16386048" cy="1517904"/>
          </a:xfrm>
          <a:prstGeom prst="roundRect">
            <a:avLst>
              <a:gd name="adj" fmla="val 7229"/>
            </a:avLst>
          </a:prstGeom>
          <a:solidFill>
            <a:srgbClr val="E4DFD8"/>
          </a:solidFill>
          <a:ln/>
        </p:spPr>
        <p:txBody>
          <a:bodyPr/>
          <a:lstStyle/>
          <a:p>
            <a:endParaRPr lang="ko-KR" altLang="en-US"/>
          </a:p>
        </p:txBody>
      </p:sp>
      <p:sp>
        <p:nvSpPr>
          <p:cNvPr id="24" name="t_497"/>
          <p:cNvSpPr txBox="1"/>
          <p:nvPr/>
        </p:nvSpPr>
        <p:spPr>
          <a:xfrm>
            <a:off x="1353312" y="8083296"/>
            <a:ext cx="15581376" cy="1097280"/>
          </a:xfrm>
          <a:prstGeom prst="rect">
            <a:avLst/>
          </a:prstGeom>
          <a:noFill/>
          <a:ln/>
        </p:spPr>
        <p:txBody>
          <a:bodyPr wrap="square" lIns="0" tIns="0" rIns="0" bIns="0" rtlCol="0" anchor="t"/>
          <a:lstStyle/>
          <a:p>
            <a:pPr marL="0" indent="0">
              <a:lnSpc>
                <a:spcPct val="150000"/>
              </a:lnSpc>
              <a:buNone/>
            </a:pPr>
            <a:r>
              <a:rPr lang="en-US" sz="1800" b="1" dirty="0">
                <a:solidFill>
                  <a:srgbClr val="466456"/>
                </a:solidFill>
                <a:latin typeface="Consolas" pitchFamily="34" charset="0"/>
                <a:ea typeface="Consolas" pitchFamily="34" charset="-122"/>
                <a:cs typeface="Consolas" pitchFamily="34" charset="-120"/>
              </a:rPr>
              <a:t>shared_constants.py</a:t>
            </a:r>
            <a:r>
              <a:rPr lang="en-US" sz="1800" b="1" dirty="0">
                <a:solidFill>
                  <a:srgbClr val="222222"/>
                </a:solidFill>
                <a:latin typeface="Pretendard" pitchFamily="34" charset="0"/>
                <a:ea typeface="Pretendard" pitchFamily="34" charset="-122"/>
                <a:cs typeface="Pretendard" pitchFamily="34" charset="-120"/>
              </a:rPr>
              <a:t>   </a:t>
            </a:r>
            <a:r>
              <a:rPr lang="ko-KR" altLang="en-US" b="1" dirty="0">
                <a:solidFill>
                  <a:srgbClr val="222222"/>
                </a:solidFill>
                <a:latin typeface="Pretendard" pitchFamily="34" charset="0"/>
                <a:ea typeface="Pretendard" pitchFamily="34" charset="-122"/>
                <a:cs typeface="Pretendard" pitchFamily="34" charset="-120"/>
              </a:rPr>
              <a:t>로 변수 </a:t>
            </a:r>
            <a:r>
              <a:rPr lang="en-US" sz="1800" b="1" dirty="0" err="1">
                <a:solidFill>
                  <a:srgbClr val="222222"/>
                </a:solidFill>
                <a:latin typeface="Pretendard" pitchFamily="34" charset="0"/>
                <a:ea typeface="Pretendard" pitchFamily="34" charset="-122"/>
                <a:cs typeface="Pretendard" pitchFamily="34" charset="-120"/>
              </a:rPr>
              <a:t>통합</a:t>
            </a:r>
            <a:endParaRPr lang="en-US" sz="1800" dirty="0"/>
          </a:p>
          <a:p>
            <a:pPr marL="0" indent="0">
              <a:lnSpc>
                <a:spcPct val="150000"/>
              </a:lnSpc>
              <a:buNone/>
            </a:pPr>
            <a:r>
              <a:rPr lang="en-US" sz="1400" dirty="0">
                <a:solidFill>
                  <a:srgbClr val="444444"/>
                </a:solidFill>
                <a:latin typeface="Pretendard" pitchFamily="34" charset="0"/>
                <a:ea typeface="Pretendard" pitchFamily="34" charset="-122"/>
                <a:cs typeface="Pretendard" pitchFamily="34" charset="-120"/>
              </a:rPr>
              <a:t>건반 치수 · 손가락 간 최대 폭 · 손목 ROM · 본 이름 · 프레임 레이트 · </a:t>
            </a:r>
            <a:r>
              <a:rPr lang="en-US" sz="1400" dirty="0" err="1">
                <a:solidFill>
                  <a:srgbClr val="444444"/>
                </a:solidFill>
                <a:latin typeface="Pretendard" pitchFamily="34" charset="0"/>
                <a:ea typeface="Pretendard" pitchFamily="34" charset="-122"/>
                <a:cs typeface="Pretendard" pitchFamily="34" charset="-120"/>
              </a:rPr>
              <a:t>해제</a:t>
            </a:r>
            <a:r>
              <a:rPr lang="en-US" sz="1400" dirty="0">
                <a:solidFill>
                  <a:srgbClr val="444444"/>
                </a:solidFill>
                <a:latin typeface="Pretendard" pitchFamily="34" charset="0"/>
                <a:ea typeface="Pretendard" pitchFamily="34" charset="-122"/>
                <a:cs typeface="Pretendard" pitchFamily="34" charset="-120"/>
              </a:rPr>
              <a:t> 시</a:t>
            </a:r>
            <a:r>
              <a:rPr lang="ko-KR" altLang="en-US" sz="1400" dirty="0">
                <a:solidFill>
                  <a:srgbClr val="444444"/>
                </a:solidFill>
                <a:latin typeface="Pretendard" pitchFamily="34" charset="0"/>
                <a:ea typeface="Pretendard" pitchFamily="34" charset="-122"/>
                <a:cs typeface="Pretendard" pitchFamily="34" charset="-120"/>
              </a:rPr>
              <a:t>점 등</a:t>
            </a:r>
            <a:endParaRPr lang="en-US" sz="1800" dirty="0"/>
          </a:p>
        </p:txBody>
      </p:sp>
      <p:sp>
        <p:nvSpPr>
          <p:cNvPr id="25" name="Slide Number Placeholder 0"/>
          <p:cNvSpPr>
            <a:spLocks noGrp="1"/>
          </p:cNvSpPr>
          <p:nvPr>
            <p:ph type="sldNum" sz="quarter" idx="4294967295"/>
          </p:nvPr>
        </p:nvSpPr>
        <p:spPr>
          <a:xfrm>
            <a:off x="16733520" y="9582912"/>
            <a:ext cx="603504"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CDC5B9"/>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950976" y="749808"/>
            <a:ext cx="9144000" cy="384048"/>
          </a:xfrm>
          <a:prstGeom prst="rect">
            <a:avLst/>
          </a:prstGeom>
          <a:noFill/>
          <a:ln/>
        </p:spPr>
        <p:txBody>
          <a:bodyPr wrap="square" lIns="0" tIns="0" rIns="0" bIns="0" rtlCol="0" anchor="ctr"/>
          <a:lstStyle/>
          <a:p>
            <a:pPr marL="0" indent="0" algn="l">
              <a:buNone/>
            </a:pPr>
            <a:r>
              <a:rPr lang="en-US" sz="1800" kern="0" spc="60" dirty="0">
                <a:solidFill>
                  <a:srgbClr val="BACCC3"/>
                </a:solidFill>
                <a:latin typeface="Pretendard" pitchFamily="34" charset="0"/>
                <a:ea typeface="Pretendard" pitchFamily="34" charset="-122"/>
                <a:cs typeface="Pretendard" pitchFamily="34" charset="-120"/>
              </a:rPr>
              <a:t>Chapter 6.</a:t>
            </a:r>
            <a:endParaRPr lang="en-US" sz="1800" dirty="0"/>
          </a:p>
        </p:txBody>
      </p:sp>
      <p:sp>
        <p:nvSpPr>
          <p:cNvPr id="3" name="Text 0"/>
          <p:cNvSpPr txBox="1">
            <a:spLocks noGrp="1"/>
          </p:cNvSpPr>
          <p:nvPr>
            <p:ph type="title" idx="101" hasCustomPrompt="1"/>
          </p:nvPr>
        </p:nvSpPr>
        <p:spPr>
          <a:xfrm>
            <a:off x="950976" y="1152144"/>
            <a:ext cx="12435840" cy="713232"/>
          </a:xfrm>
          <a:prstGeom prst="rect">
            <a:avLst/>
          </a:prstGeom>
          <a:noFill/>
          <a:ln/>
        </p:spPr>
        <p:txBody>
          <a:bodyPr wrap="square" lIns="0" tIns="0" rIns="0" bIns="0" rtlCol="0" anchor="ctr"/>
          <a:lstStyle/>
          <a:p>
            <a:pPr marL="0" indent="0" algn="l">
              <a:buNone/>
            </a:pPr>
            <a:r>
              <a:rPr lang="ko-KR" altLang="en-US" sz="3800" dirty="0"/>
              <a:t>통합과정에서의　문제점</a:t>
            </a:r>
            <a:endParaRPr lang="en-US" sz="3800" dirty="0"/>
          </a:p>
        </p:txBody>
      </p:sp>
      <p:sp>
        <p:nvSpPr>
          <p:cNvPr id="4" name="t_500"/>
          <p:cNvSpPr txBox="1"/>
          <p:nvPr/>
        </p:nvSpPr>
        <p:spPr>
          <a:xfrm>
            <a:off x="950976" y="2523744"/>
            <a:ext cx="16386048" cy="365760"/>
          </a:xfrm>
          <a:prstGeom prst="rect">
            <a:avLst/>
          </a:prstGeom>
          <a:noFill/>
          <a:ln/>
        </p:spPr>
        <p:txBody>
          <a:bodyPr wrap="square" lIns="0" tIns="0" rIns="0" bIns="0" rtlCol="0" anchor="ctr"/>
          <a:lstStyle/>
          <a:p>
            <a:pPr marL="0" indent="0">
              <a:buNone/>
            </a:pPr>
            <a:endParaRPr lang="en-US" sz="1600" dirty="0"/>
          </a:p>
        </p:txBody>
      </p:sp>
      <p:pic>
        <p:nvPicPr>
          <p:cNvPr id="5" name="diag_wrist" descr="C:\Users\JEONG_N_G_PC\AppData\Local\Temp\claude\D--Git-PianoHandSimulator\6f3d9562-c739-4e48-96d6-5ec586ac821c\scratchpad\img/lt_wrist_roll.png"/>
          <p:cNvPicPr>
            <a:picLocks noChangeAspect="1"/>
          </p:cNvPicPr>
          <p:nvPr/>
        </p:nvPicPr>
        <p:blipFill>
          <a:blip r:embed="rId3"/>
          <a:stretch>
            <a:fillRect/>
          </a:stretch>
        </p:blipFill>
        <p:spPr>
          <a:xfrm>
            <a:off x="950976" y="2706624"/>
            <a:ext cx="10149840" cy="4544568"/>
          </a:xfrm>
          <a:prstGeom prst="rect">
            <a:avLst/>
          </a:prstGeom>
        </p:spPr>
      </p:pic>
      <p:sp>
        <p:nvSpPr>
          <p:cNvPr id="9" name="band_504"/>
          <p:cNvSpPr/>
          <p:nvPr/>
        </p:nvSpPr>
        <p:spPr>
          <a:xfrm>
            <a:off x="950976" y="7644384"/>
            <a:ext cx="16386048" cy="1188720"/>
          </a:xfrm>
          <a:prstGeom prst="roundRect">
            <a:avLst>
              <a:gd name="adj" fmla="val 9231"/>
            </a:avLst>
          </a:prstGeom>
          <a:solidFill>
            <a:srgbClr val="BACCC3"/>
          </a:solidFill>
          <a:ln/>
        </p:spPr>
        <p:txBody>
          <a:bodyPr/>
          <a:lstStyle/>
          <a:p>
            <a:endParaRPr lang="ko-KR" altLang="en-US"/>
          </a:p>
        </p:txBody>
      </p:sp>
      <p:sp>
        <p:nvSpPr>
          <p:cNvPr id="10" name="t_505"/>
          <p:cNvSpPr txBox="1"/>
          <p:nvPr/>
        </p:nvSpPr>
        <p:spPr>
          <a:xfrm>
            <a:off x="1353312" y="7827264"/>
            <a:ext cx="15581376" cy="822960"/>
          </a:xfrm>
          <a:prstGeom prst="rect">
            <a:avLst/>
          </a:prstGeom>
          <a:noFill/>
          <a:ln/>
        </p:spPr>
        <p:txBody>
          <a:bodyPr wrap="square" lIns="0" tIns="0" rIns="0" bIns="0" rtlCol="0" anchor="ctr"/>
          <a:lstStyle/>
          <a:p>
            <a:pPr marL="0" indent="0">
              <a:lnSpc>
                <a:spcPct val="145000"/>
              </a:lnSpc>
              <a:buNone/>
            </a:pPr>
            <a:r>
              <a:rPr lang="en-US" sz="1650" dirty="0">
                <a:solidFill>
                  <a:srgbClr val="222222"/>
                </a:solidFill>
                <a:latin typeface="Pretendard" pitchFamily="34" charset="0"/>
                <a:ea typeface="Pretendard" pitchFamily="34" charset="-122"/>
                <a:cs typeface="Pretendard" pitchFamily="34" charset="-120"/>
              </a:rPr>
              <a:t>엄지로 흑건을 누르려면 손목을 비틀어야 한다. </a:t>
            </a:r>
            <a:r>
              <a:rPr lang="ko-KR" altLang="en-US" sz="1650" b="1" dirty="0">
                <a:solidFill>
                  <a:srgbClr val="466456"/>
                </a:solidFill>
                <a:latin typeface="Pretendard" pitchFamily="34" charset="0"/>
                <a:ea typeface="Pretendard" pitchFamily="34" charset="-122"/>
                <a:cs typeface="Pretendard" pitchFamily="34" charset="-120"/>
              </a:rPr>
              <a:t>운지법결정에서</a:t>
            </a:r>
            <a:r>
              <a:rPr lang="en-US" sz="1650" b="1" dirty="0">
                <a:solidFill>
                  <a:srgbClr val="466456"/>
                </a:solidFill>
                <a:latin typeface="Pretendard" pitchFamily="34" charset="0"/>
                <a:ea typeface="Pretendard" pitchFamily="34" charset="-122"/>
                <a:cs typeface="Pretendard" pitchFamily="34" charset="-120"/>
              </a:rPr>
              <a:t> 그 각도를 넘겼지만, IK 는 손목 회전을 </a:t>
            </a:r>
            <a:r>
              <a:rPr lang="en-US" sz="1650" b="1" dirty="0" err="1">
                <a:solidFill>
                  <a:srgbClr val="466456"/>
                </a:solidFill>
                <a:latin typeface="Pretendard" pitchFamily="34" charset="0"/>
                <a:ea typeface="Pretendard" pitchFamily="34" charset="-122"/>
                <a:cs typeface="Pretendard" pitchFamily="34" charset="-120"/>
              </a:rPr>
              <a:t>다루지</a:t>
            </a:r>
            <a:r>
              <a:rPr lang="en-US" sz="1650" b="1" dirty="0">
                <a:solidFill>
                  <a:srgbClr val="466456"/>
                </a:solidFill>
                <a:latin typeface="Pretendard" pitchFamily="34" charset="0"/>
                <a:ea typeface="Pretendard" pitchFamily="34" charset="-122"/>
                <a:cs typeface="Pretendard" pitchFamily="34" charset="-120"/>
              </a:rPr>
              <a:t> </a:t>
            </a:r>
            <a:r>
              <a:rPr lang="en-US" sz="1650" b="1" dirty="0" err="1">
                <a:solidFill>
                  <a:srgbClr val="466456"/>
                </a:solidFill>
                <a:latin typeface="Pretendard" pitchFamily="34" charset="0"/>
                <a:ea typeface="Pretendard" pitchFamily="34" charset="-122"/>
                <a:cs typeface="Pretendard" pitchFamily="34" charset="-120"/>
              </a:rPr>
              <a:t>않는다</a:t>
            </a:r>
            <a:endParaRPr lang="en-US" sz="1650" dirty="0"/>
          </a:p>
        </p:txBody>
      </p:sp>
      <p:sp>
        <p:nvSpPr>
          <p:cNvPr id="25" name="Slide Number Placeholder 0"/>
          <p:cNvSpPr>
            <a:spLocks noGrp="1"/>
          </p:cNvSpPr>
          <p:nvPr>
            <p:ph type="sldNum" sz="quarter" idx="4294967295"/>
          </p:nvPr>
        </p:nvSpPr>
        <p:spPr>
          <a:xfrm>
            <a:off x="16733520" y="9582912"/>
            <a:ext cx="603504"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CDC5B9"/>
                </a:solidFill>
              </a:defRPr>
            </a:lvl1pPr>
          </a:lstStyle>
          <a:p>
            <a:pPr algn="r"/>
            <a:fld id="{F7021451-1387-4CA6-816F-3879F97B5CBC}" type="slidenum">
              <a:rPr lang="en-US" b="0"/>
              <a:t>28</a:t>
            </a:fld>
            <a:endParaRPr lang="en-US"/>
          </a:p>
        </p:txBody>
      </p:sp>
      <p:sp>
        <p:nvSpPr>
          <p:cNvPr id="12" name="t_503">
            <a:extLst>
              <a:ext uri="{FF2B5EF4-FFF2-40B4-BE49-F238E27FC236}">
                <a16:creationId xmlns:a16="http://schemas.microsoft.com/office/drawing/2014/main" id="{6BE6D86E-D346-7B6F-5CB7-59B2F3AB3C29}"/>
              </a:ext>
            </a:extLst>
          </p:cNvPr>
          <p:cNvSpPr txBox="1"/>
          <p:nvPr/>
        </p:nvSpPr>
        <p:spPr>
          <a:xfrm>
            <a:off x="11960352" y="3858768"/>
            <a:ext cx="5376672" cy="3749040"/>
          </a:xfrm>
          <a:prstGeom prst="rect">
            <a:avLst/>
          </a:prstGeom>
          <a:noFill/>
          <a:ln/>
        </p:spPr>
        <p:txBody>
          <a:bodyPr wrap="square" lIns="0" tIns="0" rIns="0" bIns="0" rtlCol="0" anchor="t"/>
          <a:lstStyle/>
          <a:p>
            <a:pPr marL="228600" indent="-228600" algn="l">
              <a:lnSpc>
                <a:spcPct val="135000"/>
              </a:lnSpc>
              <a:spcAft>
                <a:spcPts val="1100"/>
              </a:spcAft>
              <a:buSzPct val="100000"/>
              <a:buChar char="•"/>
            </a:pPr>
            <a:endParaRPr lang="en-US" sz="1350" dirty="0"/>
          </a:p>
        </p:txBody>
      </p:sp>
    </p:spTree>
  </p:cSld>
  <p:clrMapOvr>
    <a:masterClrMapping/>
  </p:clrMapOvr>
</p:sld>
</file>

<file path=ppt/theme/theme1.xml><?xml version="1.0" encoding="utf-8"?>
<a:theme xmlns:a="http://schemas.openxmlformats.org/drawingml/2006/main" name="PianoHand Sage">
  <a:themeElements>
    <a:clrScheme name="PianoHand Sage">
      <a:dk1>
        <a:srgbClr val="222222"/>
      </a:dk1>
      <a:lt1>
        <a:srgbClr val="F7F3EF"/>
      </a:lt1>
      <a:dk2>
        <a:srgbClr val="466456"/>
      </a:dk2>
      <a:lt2>
        <a:srgbClr val="E4DFD8"/>
      </a:lt2>
      <a:accent1>
        <a:srgbClr val="6A7E74"/>
      </a:accent1>
      <a:accent2>
        <a:srgbClr val="466456"/>
      </a:accent2>
      <a:accent3>
        <a:srgbClr val="BACCC3"/>
      </a:accent3>
      <a:accent4>
        <a:srgbClr val="CDC5B9"/>
      </a:accent4>
      <a:accent5>
        <a:srgbClr val="444444"/>
      </a:accent5>
      <a:accent6>
        <a:srgbClr val="E0DBD2"/>
      </a:accent6>
      <a:hlink>
        <a:srgbClr val="466456"/>
      </a:hlink>
      <a:folHlink>
        <a:srgbClr val="CDC5B9"/>
      </a:folHlink>
    </a:clrScheme>
    <a:fontScheme name="PianoHand Sag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3544</Words>
  <Application>Microsoft Office PowerPoint</Application>
  <PresentationFormat>사용자 지정</PresentationFormat>
  <Paragraphs>404</Paragraphs>
  <Slides>28</Slides>
  <Notes>28</Notes>
  <HiddenSlides>0</HiddenSlides>
  <MMClips>2</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28</vt:i4>
      </vt:variant>
    </vt:vector>
  </HeadingPairs>
  <TitlesOfParts>
    <vt:vector size="32" baseType="lpstr">
      <vt:lpstr>Pretendard</vt:lpstr>
      <vt:lpstr>Arial</vt:lpstr>
      <vt:lpstr>Consolas</vt:lpstr>
      <vt:lpstr>PianoHand Sage</vt:lpstr>
      <vt:lpstr>PowerPoint 프레젠테이션</vt:lpstr>
      <vt:lpstr>PowerPoint 프레젠테이션</vt:lpstr>
      <vt:lpstr>1학기와 2학기, 무엇이 달라졌는가</vt:lpstr>
      <vt:lpstr>전체 파이프라인과 모듈 간 인터페이스</vt:lpstr>
      <vt:lpstr>PowerPoint 프레젠테이션</vt:lpstr>
      <vt:lpstr>모듈의 역할과 처리 흐름</vt:lpstr>
      <vt:lpstr>제약 보완</vt:lpstr>
      <vt:lpstr>제약 보완</vt:lpstr>
      <vt:lpstr>현황</vt:lpstr>
      <vt:lpstr>현황</vt:lpstr>
      <vt:lpstr>PowerPoint 프레젠테이션</vt:lpstr>
      <vt:lpstr>Weighted Damped Least Squares</vt:lpstr>
      <vt:lpstr>실제 비율 건반에 양손 10손가락 타건</vt:lpstr>
      <vt:lpstr>결과와 현재 문제점</vt:lpstr>
      <vt:lpstr>결과와 현재 문제점</vt:lpstr>
      <vt:lpstr>PowerPoint 프레젠테이션</vt:lpstr>
      <vt:lpstr>왜 엔진 기본 스키닝으로는 안 되는가</vt:lpstr>
      <vt:lpstr>6‑Pass 컴퓨트 셰이더 파이프라인</vt:lpstr>
      <vt:lpstr>텐션을 네 채널로 나눠 쓴다</vt:lpstr>
      <vt:lpstr>손등과 손바닥은 반대로 동작한다</vt:lpstr>
      <vt:lpstr>PowerPoint 프레젠테이션</vt:lpstr>
      <vt:lpstr>엔진 기본 기능 IsoStuffing은 손가락 생성 불가</vt:lpstr>
      <vt:lpstr>Flesh 결과 + GPU 스키닝</vt:lpstr>
      <vt:lpstr>현황</vt:lpstr>
      <vt:lpstr>현황</vt:lpstr>
      <vt:lpstr>PowerPoint 프레젠테이션</vt:lpstr>
      <vt:lpstr>같은 수치를 각 파트가 따로 들고 있었다</vt:lpstr>
      <vt:lpstr>통합과정에서의　문제점</vt:lpstr>
    </vt:vector>
  </TitlesOfParts>
  <Company>졸업프로젝트 3201 2팀</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2학기 2차 중간발표</dc:title>
  <dc:subject>IK와 Skinning을 통한 Piano Hand Simulator</dc:subject>
  <dc:creator>정근녕</dc:creator>
  <cp:lastModifiedBy>Geunnyeong Jung</cp:lastModifiedBy>
  <cp:revision>104</cp:revision>
  <dcterms:created xsi:type="dcterms:W3CDTF">2026-10-29T05:49:02Z</dcterms:created>
  <dcterms:modified xsi:type="dcterms:W3CDTF">2026-10-29T06:39:07Z</dcterms:modified>
</cp:coreProperties>
</file>